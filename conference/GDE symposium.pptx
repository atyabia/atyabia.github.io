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7" r:id="rId4"/>
  </p:sldMasterIdLst>
  <p:notesMasterIdLst>
    <p:notesMasterId r:id="rId6"/>
  </p:notesMasterIdLst>
  <p:handoutMasterIdLst>
    <p:handoutMasterId r:id="rId7"/>
  </p:handoutMasterIdLst>
  <p:sldIdLst>
    <p:sldId id="262" r:id="rId5"/>
  </p:sldIdLst>
  <p:sldSz cx="29163963" cy="43565763"/>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722">
          <p15:clr>
            <a:srgbClr val="A4A3A4"/>
          </p15:clr>
        </p15:guide>
        <p15:guide id="2" pos="918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A6D9"/>
    <a:srgbClr val="F5843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24CB7B-5110-4586-ADA1-F06A5114E22B}" v="658" dt="2022-08-03T22:49:55.5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35" autoAdjust="0"/>
    <p:restoredTop sz="94657" autoAdjust="0"/>
  </p:normalViewPr>
  <p:slideViewPr>
    <p:cSldViewPr snapToObjects="1">
      <p:cViewPr varScale="1">
        <p:scale>
          <a:sx n="12" d="100"/>
          <a:sy n="12" d="100"/>
        </p:scale>
        <p:origin x="2148" y="60"/>
      </p:cViewPr>
      <p:guideLst>
        <p:guide orient="horz" pos="13722"/>
        <p:guide pos="9186"/>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A764CCC-5C2F-D04C-AC96-87EA0B4749CE}" type="datetimeFigureOut">
              <a:rPr lang="en-US" smtClean="0"/>
              <a:t>12/24/2024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7AC9A21-9D5B-3B47-B0BE-C2AE8C402FFA}" type="slidenum">
              <a:rPr lang="en-US" smtClean="0"/>
              <a:t>‹#›</a:t>
            </a:fld>
            <a:endParaRPr lang="en-US"/>
          </a:p>
        </p:txBody>
      </p:sp>
    </p:spTree>
    <p:extLst>
      <p:ext uri="{BB962C8B-B14F-4D97-AF65-F5344CB8AC3E}">
        <p14:creationId xmlns:p14="http://schemas.microsoft.com/office/powerpoint/2010/main" val="117805555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57D6CDF-0B09-F74E-920F-9AFBB700415E}" type="datetimeFigureOut">
              <a:rPr lang="en-US" smtClean="0"/>
              <a:t>12/24/2024</a:t>
            </a:fld>
            <a:endParaRPr lang="en-US"/>
          </a:p>
        </p:txBody>
      </p:sp>
      <p:sp>
        <p:nvSpPr>
          <p:cNvPr id="4" name="Slide Image Placeholder 3"/>
          <p:cNvSpPr>
            <a:spLocks noGrp="1" noRot="1" noChangeAspect="1"/>
          </p:cNvSpPr>
          <p:nvPr>
            <p:ph type="sldImg" idx="2"/>
          </p:nvPr>
        </p:nvSpPr>
        <p:spPr>
          <a:xfrm>
            <a:off x="2281238" y="685800"/>
            <a:ext cx="22955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nl-BE"/>
              <a:t>Click to edit Master text styles</a:t>
            </a:r>
          </a:p>
          <a:p>
            <a:pPr lvl="1"/>
            <a:r>
              <a:rPr lang="nl-BE"/>
              <a:t>Second level</a:t>
            </a:r>
          </a:p>
          <a:p>
            <a:pPr lvl="2"/>
            <a:r>
              <a:rPr lang="nl-BE"/>
              <a:t>Third level</a:t>
            </a:r>
          </a:p>
          <a:p>
            <a:pPr lvl="3"/>
            <a:r>
              <a:rPr lang="nl-BE"/>
              <a:t>Fourth level</a:t>
            </a:r>
          </a:p>
          <a:p>
            <a:pPr lvl="4"/>
            <a:r>
              <a:rPr lang="nl-BE"/>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5C15962-8AE5-5740-AB31-8B502E33C75C}" type="slidenum">
              <a:rPr lang="en-US" smtClean="0"/>
              <a:t>‹#›</a:t>
            </a:fld>
            <a:endParaRPr lang="en-US"/>
          </a:p>
        </p:txBody>
      </p:sp>
    </p:spTree>
    <p:extLst>
      <p:ext uri="{BB962C8B-B14F-4D97-AF65-F5344CB8AC3E}">
        <p14:creationId xmlns:p14="http://schemas.microsoft.com/office/powerpoint/2010/main" val="336683180"/>
      </p:ext>
    </p:extLst>
  </p:cSld>
  <p:clrMap bg1="lt1" tx1="dk1" bg2="lt2" tx2="dk2" accent1="accent1" accent2="accent2" accent3="accent3" accent4="accent4" accent5="accent5" accent6="accent6" hlink="hlink" folHlink="folHlink"/>
  <p:hf hdr="0" ftr="0" dt="0"/>
  <p:notesStyle>
    <a:lvl1pPr marL="0" algn="l" defTabSz="2077974" rtl="0" eaLnBrk="1" latinLnBrk="0" hangingPunct="1">
      <a:defRPr sz="5500" kern="1200">
        <a:solidFill>
          <a:schemeClr val="tx1"/>
        </a:solidFill>
        <a:latin typeface="+mn-lt"/>
        <a:ea typeface="+mn-ea"/>
        <a:cs typeface="+mn-cs"/>
      </a:defRPr>
    </a:lvl1pPr>
    <a:lvl2pPr marL="2077974" algn="l" defTabSz="2077974" rtl="0" eaLnBrk="1" latinLnBrk="0" hangingPunct="1">
      <a:defRPr sz="5500" kern="1200">
        <a:solidFill>
          <a:schemeClr val="tx1"/>
        </a:solidFill>
        <a:latin typeface="+mn-lt"/>
        <a:ea typeface="+mn-ea"/>
        <a:cs typeface="+mn-cs"/>
      </a:defRPr>
    </a:lvl2pPr>
    <a:lvl3pPr marL="4155948" algn="l" defTabSz="2077974" rtl="0" eaLnBrk="1" latinLnBrk="0" hangingPunct="1">
      <a:defRPr sz="5500" kern="1200">
        <a:solidFill>
          <a:schemeClr val="tx1"/>
        </a:solidFill>
        <a:latin typeface="+mn-lt"/>
        <a:ea typeface="+mn-ea"/>
        <a:cs typeface="+mn-cs"/>
      </a:defRPr>
    </a:lvl3pPr>
    <a:lvl4pPr marL="6233922" algn="l" defTabSz="2077974" rtl="0" eaLnBrk="1" latinLnBrk="0" hangingPunct="1">
      <a:defRPr sz="5500" kern="1200">
        <a:solidFill>
          <a:schemeClr val="tx1"/>
        </a:solidFill>
        <a:latin typeface="+mn-lt"/>
        <a:ea typeface="+mn-ea"/>
        <a:cs typeface="+mn-cs"/>
      </a:defRPr>
    </a:lvl4pPr>
    <a:lvl5pPr marL="8311896" algn="l" defTabSz="2077974" rtl="0" eaLnBrk="1" latinLnBrk="0" hangingPunct="1">
      <a:defRPr sz="5500" kern="1200">
        <a:solidFill>
          <a:schemeClr val="tx1"/>
        </a:solidFill>
        <a:latin typeface="+mn-lt"/>
        <a:ea typeface="+mn-ea"/>
        <a:cs typeface="+mn-cs"/>
      </a:defRPr>
    </a:lvl5pPr>
    <a:lvl6pPr marL="10389870" algn="l" defTabSz="2077974" rtl="0" eaLnBrk="1" latinLnBrk="0" hangingPunct="1">
      <a:defRPr sz="5500" kern="1200">
        <a:solidFill>
          <a:schemeClr val="tx1"/>
        </a:solidFill>
        <a:latin typeface="+mn-lt"/>
        <a:ea typeface="+mn-ea"/>
        <a:cs typeface="+mn-cs"/>
      </a:defRPr>
    </a:lvl6pPr>
    <a:lvl7pPr marL="12467844" algn="l" defTabSz="2077974" rtl="0" eaLnBrk="1" latinLnBrk="0" hangingPunct="1">
      <a:defRPr sz="5500" kern="1200">
        <a:solidFill>
          <a:schemeClr val="tx1"/>
        </a:solidFill>
        <a:latin typeface="+mn-lt"/>
        <a:ea typeface="+mn-ea"/>
        <a:cs typeface="+mn-cs"/>
      </a:defRPr>
    </a:lvl7pPr>
    <a:lvl8pPr marL="14545818" algn="l" defTabSz="2077974" rtl="0" eaLnBrk="1" latinLnBrk="0" hangingPunct="1">
      <a:defRPr sz="5500" kern="1200">
        <a:solidFill>
          <a:schemeClr val="tx1"/>
        </a:solidFill>
        <a:latin typeface="+mn-lt"/>
        <a:ea typeface="+mn-ea"/>
        <a:cs typeface="+mn-cs"/>
      </a:defRPr>
    </a:lvl8pPr>
    <a:lvl9pPr marL="16623792" algn="l" defTabSz="2077974" rtl="0" eaLnBrk="1" latinLnBrk="0" hangingPunct="1">
      <a:defRPr sz="55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1.png"/><Relationship Id="rId7"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1.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_VITO_general">
    <p:bg>
      <p:bgPr>
        <a:solidFill>
          <a:schemeClr val="bg1"/>
        </a:solidFill>
        <a:effectLst/>
      </p:bgPr>
    </p:bg>
    <p:spTree>
      <p:nvGrpSpPr>
        <p:cNvPr id="1" name=""/>
        <p:cNvGrpSpPr/>
        <p:nvPr/>
      </p:nvGrpSpPr>
      <p:grpSpPr>
        <a:xfrm>
          <a:off x="0" y="0"/>
          <a:ext cx="0" cy="0"/>
          <a:chOff x="0" y="0"/>
          <a:chExt cx="0" cy="0"/>
        </a:xfrm>
      </p:grpSpPr>
      <p:sp>
        <p:nvSpPr>
          <p:cNvPr id="29" name="Title 23"/>
          <p:cNvSpPr>
            <a:spLocks noGrp="1"/>
          </p:cNvSpPr>
          <p:nvPr>
            <p:ph type="title"/>
          </p:nvPr>
        </p:nvSpPr>
        <p:spPr>
          <a:xfrm>
            <a:off x="1981981" y="1989717"/>
            <a:ext cx="25199999" cy="2439236"/>
          </a:xfrm>
          <a:prstGeom prst="rect">
            <a:avLst/>
          </a:prstGeom>
          <a:solidFill>
            <a:schemeClr val="accent1"/>
          </a:solidFill>
        </p:spPr>
        <p:txBody>
          <a:bodyPr lIns="810000" tIns="360000" rIns="810000" bIns="360000" anchor="ctr" anchorCtr="0">
            <a:normAutofit/>
          </a:bodyPr>
          <a:lstStyle>
            <a:lvl1pPr algn="l">
              <a:defRPr sz="8800" b="0" i="0" cap="all" baseline="0">
                <a:solidFill>
                  <a:schemeClr val="bg2"/>
                </a:solidFill>
                <a:effectLst/>
                <a:latin typeface="Calibri"/>
              </a:defRPr>
            </a:lvl1pPr>
          </a:lstStyle>
          <a:p>
            <a:r>
              <a:rPr lang="en-US"/>
              <a:t>Click to edit Master title style</a:t>
            </a:r>
            <a:endParaRPr lang="nl-BE" dirty="0"/>
          </a:p>
        </p:txBody>
      </p:sp>
      <p:sp>
        <p:nvSpPr>
          <p:cNvPr id="8" name="Text Placeholder 7"/>
          <p:cNvSpPr>
            <a:spLocks noGrp="1"/>
          </p:cNvSpPr>
          <p:nvPr>
            <p:ph type="body" sz="quarter" idx="13" hasCustomPrompt="1"/>
          </p:nvPr>
        </p:nvSpPr>
        <p:spPr>
          <a:xfrm>
            <a:off x="1981198" y="4477309"/>
            <a:ext cx="25200782" cy="1558028"/>
          </a:xfrm>
        </p:spPr>
        <p:txBody>
          <a:bodyPr lIns="810000" tIns="360000" rIns="810000" bIns="360000"/>
          <a:lstStyle>
            <a:lvl1pPr>
              <a:defRPr sz="5400" b="1">
                <a:solidFill>
                  <a:schemeClr val="tx1"/>
                </a:solidFill>
              </a:defRPr>
            </a:lvl1pPr>
          </a:lstStyle>
          <a:p>
            <a:pPr lvl="0"/>
            <a:r>
              <a:rPr lang="en-US" dirty="0"/>
              <a:t>Author(s)</a:t>
            </a:r>
          </a:p>
        </p:txBody>
      </p:sp>
      <p:sp>
        <p:nvSpPr>
          <p:cNvPr id="27" name="Content Placeholder 26"/>
          <p:cNvSpPr>
            <a:spLocks noGrp="1"/>
          </p:cNvSpPr>
          <p:nvPr>
            <p:ph sz="quarter" idx="14"/>
          </p:nvPr>
        </p:nvSpPr>
        <p:spPr>
          <a:xfrm>
            <a:off x="1981982" y="7593365"/>
            <a:ext cx="25200000" cy="31831476"/>
          </a:xfrm>
          <a:solidFill>
            <a:schemeClr val="bg1"/>
          </a:solidFill>
        </p:spPr>
        <p:txBody>
          <a:bodyPr lIns="810000" tIns="720000" rIns="810000" bIns="720000"/>
          <a:lstStyle>
            <a:lvl1pPr>
              <a:defRPr lang="en-US" sz="6000" smtClean="0"/>
            </a:lvl1pPr>
            <a:lvl2pPr marL="542925" indent="-542925">
              <a:buFont typeface="Wingdings" panose="05000000000000000000" pitchFamily="2" charset="2"/>
              <a:buChar char="§"/>
              <a:defRPr lang="en-US" sz="5400" smtClean="0"/>
            </a:lvl2pPr>
            <a:lvl3pPr marL="1076325" indent="-533400">
              <a:buFont typeface="Wingdings" panose="05000000000000000000" pitchFamily="2" charset="2"/>
              <a:buChar char="§"/>
              <a:defRPr lang="en-US" sz="5400" smtClean="0"/>
            </a:lvl3pPr>
            <a:lvl4pPr marL="1619250" indent="-542925">
              <a:buFont typeface="Wingdings" panose="05000000000000000000" pitchFamily="2" charset="2"/>
              <a:buChar char="§"/>
              <a:defRPr lang="en-US" sz="5400" smtClean="0"/>
            </a:lvl4pPr>
            <a:lvl5pPr marL="2152650" indent="-533400">
              <a:buFont typeface="Wingdings" panose="05000000000000000000" pitchFamily="2" charset="2"/>
              <a:buChar char="§"/>
              <a:defRPr lang="en-US" sz="5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9" name="Group 26"/>
          <p:cNvGrpSpPr>
            <a:grpSpLocks/>
          </p:cNvGrpSpPr>
          <p:nvPr userDrawn="1"/>
        </p:nvGrpSpPr>
        <p:grpSpPr bwMode="auto">
          <a:xfrm>
            <a:off x="180975" y="180975"/>
            <a:ext cx="28802013" cy="43194288"/>
            <a:chOff x="114" y="114"/>
            <a:chExt cx="18143" cy="27209"/>
          </a:xfrm>
        </p:grpSpPr>
        <p:grpSp>
          <p:nvGrpSpPr>
            <p:cNvPr id="10" name="Group 27"/>
            <p:cNvGrpSpPr>
              <a:grpSpLocks/>
            </p:cNvGrpSpPr>
            <p:nvPr userDrawn="1"/>
          </p:nvGrpSpPr>
          <p:grpSpPr bwMode="auto">
            <a:xfrm>
              <a:off x="114" y="114"/>
              <a:ext cx="317" cy="317"/>
              <a:chOff x="114" y="114"/>
              <a:chExt cx="317" cy="317"/>
            </a:xfrm>
          </p:grpSpPr>
          <p:sp>
            <p:nvSpPr>
              <p:cNvPr id="22" name="Line 28"/>
              <p:cNvSpPr>
                <a:spLocks noChangeShapeType="1"/>
              </p:cNvSpPr>
              <p:nvPr/>
            </p:nvSpPr>
            <p:spPr bwMode="auto">
              <a:xfrm>
                <a:off x="114"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3" name="Line 29"/>
              <p:cNvSpPr>
                <a:spLocks noChangeShapeType="1"/>
              </p:cNvSpPr>
              <p:nvPr/>
            </p:nvSpPr>
            <p:spPr bwMode="auto">
              <a:xfrm>
                <a:off x="204"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1" name="Group 30"/>
            <p:cNvGrpSpPr>
              <a:grpSpLocks/>
            </p:cNvGrpSpPr>
            <p:nvPr userDrawn="1"/>
          </p:nvGrpSpPr>
          <p:grpSpPr bwMode="auto">
            <a:xfrm>
              <a:off x="114" y="114"/>
              <a:ext cx="18143" cy="27209"/>
              <a:chOff x="114" y="114"/>
              <a:chExt cx="18143" cy="27209"/>
            </a:xfrm>
          </p:grpSpPr>
          <p:grpSp>
            <p:nvGrpSpPr>
              <p:cNvPr id="12" name="Group 31"/>
              <p:cNvGrpSpPr>
                <a:grpSpLocks/>
              </p:cNvGrpSpPr>
              <p:nvPr userDrawn="1"/>
            </p:nvGrpSpPr>
            <p:grpSpPr bwMode="auto">
              <a:xfrm>
                <a:off x="17849" y="114"/>
                <a:ext cx="408" cy="317"/>
                <a:chOff x="17849" y="114"/>
                <a:chExt cx="408" cy="317"/>
              </a:xfrm>
            </p:grpSpPr>
            <p:sp>
              <p:nvSpPr>
                <p:cNvPr id="20" name="Line 32"/>
                <p:cNvSpPr>
                  <a:spLocks noChangeShapeType="1"/>
                </p:cNvSpPr>
                <p:nvPr/>
              </p:nvSpPr>
              <p:spPr bwMode="auto">
                <a:xfrm>
                  <a:off x="18257"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1" name="Line 33"/>
                <p:cNvSpPr>
                  <a:spLocks noChangeShapeType="1"/>
                </p:cNvSpPr>
                <p:nvPr/>
              </p:nvSpPr>
              <p:spPr bwMode="auto">
                <a:xfrm>
                  <a:off x="17849"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3" name="Group 34"/>
              <p:cNvGrpSpPr>
                <a:grpSpLocks/>
              </p:cNvGrpSpPr>
              <p:nvPr userDrawn="1"/>
            </p:nvGrpSpPr>
            <p:grpSpPr bwMode="auto">
              <a:xfrm>
                <a:off x="114" y="26966"/>
                <a:ext cx="18143" cy="357"/>
                <a:chOff x="114" y="26966"/>
                <a:chExt cx="18143" cy="357"/>
              </a:xfrm>
            </p:grpSpPr>
            <p:grpSp>
              <p:nvGrpSpPr>
                <p:cNvPr id="14" name="Group 35"/>
                <p:cNvGrpSpPr>
                  <a:grpSpLocks/>
                </p:cNvGrpSpPr>
                <p:nvPr userDrawn="1"/>
              </p:nvGrpSpPr>
              <p:grpSpPr bwMode="auto">
                <a:xfrm>
                  <a:off x="114" y="26966"/>
                  <a:ext cx="345" cy="357"/>
                  <a:chOff x="114" y="26966"/>
                  <a:chExt cx="345" cy="357"/>
                </a:xfrm>
              </p:grpSpPr>
              <p:sp>
                <p:nvSpPr>
                  <p:cNvPr id="18" name="Line 36"/>
                  <p:cNvSpPr>
                    <a:spLocks noChangeShapeType="1"/>
                  </p:cNvSpPr>
                  <p:nvPr/>
                </p:nvSpPr>
                <p:spPr bwMode="auto">
                  <a:xfrm>
                    <a:off x="232"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9" name="Line 37"/>
                  <p:cNvSpPr>
                    <a:spLocks noChangeShapeType="1"/>
                  </p:cNvSpPr>
                  <p:nvPr/>
                </p:nvSpPr>
                <p:spPr bwMode="auto">
                  <a:xfrm>
                    <a:off x="114"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5" name="Group 38"/>
                <p:cNvGrpSpPr>
                  <a:grpSpLocks/>
                </p:cNvGrpSpPr>
                <p:nvPr userDrawn="1"/>
              </p:nvGrpSpPr>
              <p:grpSpPr bwMode="auto">
                <a:xfrm>
                  <a:off x="17877" y="26966"/>
                  <a:ext cx="380" cy="357"/>
                  <a:chOff x="17877" y="26966"/>
                  <a:chExt cx="380" cy="357"/>
                </a:xfrm>
              </p:grpSpPr>
              <p:sp>
                <p:nvSpPr>
                  <p:cNvPr id="16" name="Line 39"/>
                  <p:cNvSpPr>
                    <a:spLocks noChangeShapeType="1"/>
                  </p:cNvSpPr>
                  <p:nvPr/>
                </p:nvSpPr>
                <p:spPr bwMode="auto">
                  <a:xfrm>
                    <a:off x="17877"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7" name="Line 40"/>
                  <p:cNvSpPr>
                    <a:spLocks noChangeShapeType="1"/>
                  </p:cNvSpPr>
                  <p:nvPr/>
                </p:nvSpPr>
                <p:spPr bwMode="auto">
                  <a:xfrm>
                    <a:off x="18257"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grpSp>
      </p:grpSp>
      <p:sp>
        <p:nvSpPr>
          <p:cNvPr id="28" name="Text Placeholder 7"/>
          <p:cNvSpPr>
            <a:spLocks noGrp="1"/>
          </p:cNvSpPr>
          <p:nvPr>
            <p:ph type="body" sz="quarter" idx="15" hasCustomPrompt="1"/>
          </p:nvPr>
        </p:nvSpPr>
        <p:spPr>
          <a:xfrm>
            <a:off x="1981198" y="6035337"/>
            <a:ext cx="25200782" cy="1342584"/>
          </a:xfrm>
        </p:spPr>
        <p:txBody>
          <a:bodyPr lIns="810000" tIns="360000" rIns="810000" bIns="360000"/>
          <a:lstStyle>
            <a:lvl1pPr>
              <a:defRPr sz="4000" b="0" i="1">
                <a:solidFill>
                  <a:schemeClr val="tx1"/>
                </a:solidFill>
              </a:defRPr>
            </a:lvl1pPr>
          </a:lstStyle>
          <a:p>
            <a:pPr lvl="0"/>
            <a:r>
              <a:rPr lang="en-US" dirty="0"/>
              <a:t>Affiliation(s)</a:t>
            </a:r>
          </a:p>
        </p:txBody>
      </p:sp>
      <p:pic>
        <p:nvPicPr>
          <p:cNvPr id="34" name="Picture 33">
            <a:extLst>
              <a:ext uri="{FF2B5EF4-FFF2-40B4-BE49-F238E27FC236}">
                <a16:creationId xmlns:a16="http://schemas.microsoft.com/office/drawing/2014/main" id="{DAE46335-8818-41E0-99F3-EB4C6F2087BC}"/>
              </a:ext>
            </a:extLst>
          </p:cNvPr>
          <p:cNvPicPr>
            <a:picLocks noChangeAspect="1"/>
          </p:cNvPicPr>
          <p:nvPr userDrawn="1"/>
        </p:nvPicPr>
        <p:blipFill>
          <a:blip r:embed="rId2"/>
          <a:srcRect/>
          <a:stretch/>
        </p:blipFill>
        <p:spPr>
          <a:xfrm>
            <a:off x="1043691" y="41801105"/>
            <a:ext cx="4214456" cy="1530000"/>
          </a:xfrm>
          <a:prstGeom prst="rect">
            <a:avLst/>
          </a:prstGeom>
        </p:spPr>
      </p:pic>
      <p:sp>
        <p:nvSpPr>
          <p:cNvPr id="35" name="TextBox 34">
            <a:extLst>
              <a:ext uri="{FF2B5EF4-FFF2-40B4-BE49-F238E27FC236}">
                <a16:creationId xmlns:a16="http://schemas.microsoft.com/office/drawing/2014/main" id="{AE8114CA-0F72-4C46-AC20-95A477EEE5BC}"/>
              </a:ext>
            </a:extLst>
          </p:cNvPr>
          <p:cNvSpPr txBox="1"/>
          <p:nvPr userDrawn="1"/>
        </p:nvSpPr>
        <p:spPr>
          <a:xfrm>
            <a:off x="24305256" y="42083730"/>
            <a:ext cx="3370599" cy="964751"/>
          </a:xfrm>
          <a:prstGeom prst="rect">
            <a:avLst/>
          </a:prstGeom>
          <a:noFill/>
        </p:spPr>
        <p:txBody>
          <a:bodyPr wrap="square" rtlCol="0">
            <a:spAutoFit/>
          </a:bodyPr>
          <a:lstStyle/>
          <a:p>
            <a:pPr algn="r">
              <a:spcBef>
                <a:spcPts val="1417"/>
              </a:spcBef>
            </a:pPr>
            <a:r>
              <a:rPr lang="en-GB" sz="5669" b="1" noProof="1">
                <a:solidFill>
                  <a:schemeClr val="accent1"/>
                </a:solidFill>
              </a:rPr>
              <a:t>vito.be</a:t>
            </a:r>
          </a:p>
        </p:txBody>
      </p:sp>
      <p:pic>
        <p:nvPicPr>
          <p:cNvPr id="37" name="Afbeelding 1">
            <a:extLst>
              <a:ext uri="{FF2B5EF4-FFF2-40B4-BE49-F238E27FC236}">
                <a16:creationId xmlns:a16="http://schemas.microsoft.com/office/drawing/2014/main" id="{769FD711-E50B-40FC-AF77-256E4B5CE3A0}"/>
              </a:ext>
            </a:extLst>
          </p:cNvPr>
          <p:cNvPicPr>
            <a:picLocks noChangeAspect="1"/>
          </p:cNvPicPr>
          <p:nvPr userDrawn="1"/>
        </p:nvPicPr>
        <p:blipFill>
          <a:blip r:embed="rId2"/>
          <a:srcRect/>
          <a:stretch/>
        </p:blipFill>
        <p:spPr>
          <a:xfrm>
            <a:off x="1981981" y="220314"/>
            <a:ext cx="4789619" cy="1738805"/>
          </a:xfrm>
          <a:prstGeom prst="rect">
            <a:avLst/>
          </a:prstGeom>
        </p:spPr>
      </p:pic>
      <p:grpSp>
        <p:nvGrpSpPr>
          <p:cNvPr id="2" name="Group 1">
            <a:extLst>
              <a:ext uri="{FF2B5EF4-FFF2-40B4-BE49-F238E27FC236}">
                <a16:creationId xmlns:a16="http://schemas.microsoft.com/office/drawing/2014/main" id="{53F702C0-ECBF-4A66-90D2-99373667314A}"/>
              </a:ext>
            </a:extLst>
          </p:cNvPr>
          <p:cNvGrpSpPr/>
          <p:nvPr userDrawn="1"/>
        </p:nvGrpSpPr>
        <p:grpSpPr>
          <a:xfrm>
            <a:off x="6777755" y="339011"/>
            <a:ext cx="8952149" cy="1147924"/>
            <a:chOff x="6777754" y="339011"/>
            <a:chExt cx="13081220" cy="1677390"/>
          </a:xfrm>
        </p:grpSpPr>
        <p:pic>
          <p:nvPicPr>
            <p:cNvPr id="1026" name="Picture 2"/>
            <p:cNvPicPr>
              <a:picLocks noChangeAspect="1" noChangeArrowheads="1"/>
            </p:cNvPicPr>
            <p:nvPr userDrawn="1"/>
          </p:nvPicPr>
          <p:blipFill>
            <a:blip r:embed="rId3"/>
            <a:srcRect/>
            <a:stretch/>
          </p:blipFill>
          <p:spPr bwMode="auto">
            <a:xfrm>
              <a:off x="6777754" y="339011"/>
              <a:ext cx="1677390" cy="167739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p:cNvPicPr>
              <a:picLocks noChangeAspect="1" noChangeArrowheads="1"/>
            </p:cNvPicPr>
            <p:nvPr userDrawn="1"/>
          </p:nvPicPr>
          <p:blipFill>
            <a:blip r:embed="rId4"/>
            <a:srcRect/>
            <a:stretch/>
          </p:blipFill>
          <p:spPr bwMode="auto">
            <a:xfrm>
              <a:off x="8423162" y="339011"/>
              <a:ext cx="1677390" cy="167739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p:cNvPicPr>
              <a:picLocks noChangeAspect="1" noChangeArrowheads="1"/>
            </p:cNvPicPr>
            <p:nvPr userDrawn="1"/>
          </p:nvPicPr>
          <p:blipFill>
            <a:blip r:embed="rId5"/>
            <a:srcRect/>
            <a:stretch/>
          </p:blipFill>
          <p:spPr bwMode="auto">
            <a:xfrm>
              <a:off x="10068322"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p:cNvPicPr>
              <a:picLocks noChangeAspect="1" noChangeArrowheads="1"/>
            </p:cNvPicPr>
            <p:nvPr userDrawn="1"/>
          </p:nvPicPr>
          <p:blipFill>
            <a:blip r:embed="rId6"/>
            <a:srcRect/>
            <a:stretch/>
          </p:blipFill>
          <p:spPr bwMode="auto">
            <a:xfrm>
              <a:off x="11713480"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p:cNvPicPr>
              <a:picLocks noChangeAspect="1" noChangeArrowheads="1"/>
            </p:cNvPicPr>
            <p:nvPr userDrawn="1"/>
          </p:nvPicPr>
          <p:blipFill>
            <a:blip r:embed="rId7"/>
            <a:srcRect/>
            <a:stretch/>
          </p:blipFill>
          <p:spPr bwMode="auto">
            <a:xfrm>
              <a:off x="14891270"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a:extLst>
                <a:ext uri="{FF2B5EF4-FFF2-40B4-BE49-F238E27FC236}">
                  <a16:creationId xmlns:a16="http://schemas.microsoft.com/office/drawing/2014/main" id="{D46424D0-1234-4EDA-863E-CEE0DD556DDB}"/>
                </a:ext>
              </a:extLst>
            </p:cNvPr>
            <p:cNvPicPr>
              <a:picLocks noChangeAspect="1" noChangeArrowheads="1"/>
            </p:cNvPicPr>
            <p:nvPr userDrawn="1"/>
          </p:nvPicPr>
          <p:blipFill>
            <a:blip r:embed="rId8"/>
            <a:srcRect/>
            <a:stretch/>
          </p:blipFill>
          <p:spPr bwMode="auto">
            <a:xfrm>
              <a:off x="16568659"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a:extLst>
                <a:ext uri="{FF2B5EF4-FFF2-40B4-BE49-F238E27FC236}">
                  <a16:creationId xmlns:a16="http://schemas.microsoft.com/office/drawing/2014/main" id="{5E32614A-09A5-42D6-ACF1-8E2827686D23}"/>
                </a:ext>
              </a:extLst>
            </p:cNvPr>
            <p:cNvPicPr>
              <a:picLocks noChangeAspect="1" noChangeArrowheads="1"/>
            </p:cNvPicPr>
            <p:nvPr userDrawn="1"/>
          </p:nvPicPr>
          <p:blipFill>
            <a:blip r:embed="rId9"/>
            <a:srcRect/>
            <a:stretch/>
          </p:blipFill>
          <p:spPr bwMode="auto">
            <a:xfrm>
              <a:off x="18181585"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a:extLst>
                <a:ext uri="{FF2B5EF4-FFF2-40B4-BE49-F238E27FC236}">
                  <a16:creationId xmlns:a16="http://schemas.microsoft.com/office/drawing/2014/main" id="{4073EA5D-4769-43A7-8C4E-792EE25C537E}"/>
                </a:ext>
              </a:extLst>
            </p:cNvPr>
            <p:cNvPicPr>
              <a:picLocks noChangeAspect="1" noChangeArrowheads="1"/>
            </p:cNvPicPr>
            <p:nvPr userDrawn="1"/>
          </p:nvPicPr>
          <p:blipFill>
            <a:blip r:embed="rId10"/>
            <a:srcRect/>
            <a:stretch/>
          </p:blipFill>
          <p:spPr bwMode="auto">
            <a:xfrm>
              <a:off x="13257270"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426520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_VITO_chemistry">
    <p:bg>
      <p:bgPr>
        <a:solidFill>
          <a:schemeClr val="bg1"/>
        </a:solidFill>
        <a:effectLst/>
      </p:bgPr>
    </p:bg>
    <p:spTree>
      <p:nvGrpSpPr>
        <p:cNvPr id="1" name=""/>
        <p:cNvGrpSpPr/>
        <p:nvPr/>
      </p:nvGrpSpPr>
      <p:grpSpPr>
        <a:xfrm>
          <a:off x="0" y="0"/>
          <a:ext cx="0" cy="0"/>
          <a:chOff x="0" y="0"/>
          <a:chExt cx="0" cy="0"/>
        </a:xfrm>
      </p:grpSpPr>
      <p:sp>
        <p:nvSpPr>
          <p:cNvPr id="29" name="Title 23"/>
          <p:cNvSpPr>
            <a:spLocks noGrp="1"/>
          </p:cNvSpPr>
          <p:nvPr>
            <p:ph type="title"/>
          </p:nvPr>
        </p:nvSpPr>
        <p:spPr>
          <a:xfrm>
            <a:off x="1981981" y="1989717"/>
            <a:ext cx="25199999" cy="2439236"/>
          </a:xfrm>
          <a:prstGeom prst="rect">
            <a:avLst/>
          </a:prstGeom>
          <a:solidFill>
            <a:schemeClr val="accent1"/>
          </a:solidFill>
        </p:spPr>
        <p:txBody>
          <a:bodyPr lIns="810000" tIns="360000" rIns="810000" bIns="360000" anchor="ctr" anchorCtr="0">
            <a:normAutofit/>
          </a:bodyPr>
          <a:lstStyle>
            <a:lvl1pPr algn="l">
              <a:defRPr sz="8800" b="0" i="0" cap="all" baseline="0">
                <a:solidFill>
                  <a:schemeClr val="bg2"/>
                </a:solidFill>
                <a:effectLst/>
                <a:latin typeface="Calibri"/>
              </a:defRPr>
            </a:lvl1pPr>
          </a:lstStyle>
          <a:p>
            <a:r>
              <a:rPr lang="en-US"/>
              <a:t>Click to edit Master title style</a:t>
            </a:r>
            <a:endParaRPr lang="nl-BE" dirty="0"/>
          </a:p>
        </p:txBody>
      </p:sp>
      <p:sp>
        <p:nvSpPr>
          <p:cNvPr id="8" name="Text Placeholder 7"/>
          <p:cNvSpPr>
            <a:spLocks noGrp="1"/>
          </p:cNvSpPr>
          <p:nvPr>
            <p:ph type="body" sz="quarter" idx="13" hasCustomPrompt="1"/>
          </p:nvPr>
        </p:nvSpPr>
        <p:spPr>
          <a:xfrm>
            <a:off x="1981198" y="4477309"/>
            <a:ext cx="25200782" cy="1558028"/>
          </a:xfrm>
        </p:spPr>
        <p:txBody>
          <a:bodyPr lIns="810000" tIns="360000" rIns="810000" bIns="360000"/>
          <a:lstStyle>
            <a:lvl1pPr>
              <a:defRPr sz="5400" b="1">
                <a:solidFill>
                  <a:schemeClr val="tx1"/>
                </a:solidFill>
              </a:defRPr>
            </a:lvl1pPr>
          </a:lstStyle>
          <a:p>
            <a:pPr lvl="0"/>
            <a:r>
              <a:rPr lang="en-US" dirty="0"/>
              <a:t>Author(s)</a:t>
            </a:r>
          </a:p>
        </p:txBody>
      </p:sp>
      <p:sp>
        <p:nvSpPr>
          <p:cNvPr id="27" name="Content Placeholder 26"/>
          <p:cNvSpPr>
            <a:spLocks noGrp="1"/>
          </p:cNvSpPr>
          <p:nvPr>
            <p:ph sz="quarter" idx="14"/>
          </p:nvPr>
        </p:nvSpPr>
        <p:spPr>
          <a:xfrm>
            <a:off x="1981982" y="7593365"/>
            <a:ext cx="25200000" cy="31831476"/>
          </a:xfrm>
          <a:solidFill>
            <a:schemeClr val="bg1"/>
          </a:solidFill>
        </p:spPr>
        <p:txBody>
          <a:bodyPr lIns="810000" tIns="720000" rIns="810000" bIns="720000"/>
          <a:lstStyle>
            <a:lvl1pPr>
              <a:defRPr lang="en-US" sz="6000" smtClean="0"/>
            </a:lvl1pPr>
            <a:lvl2pPr marL="542925" indent="-542925">
              <a:buFont typeface="Wingdings" panose="05000000000000000000" pitchFamily="2" charset="2"/>
              <a:buChar char="§"/>
              <a:defRPr lang="en-US" sz="5400" smtClean="0"/>
            </a:lvl2pPr>
            <a:lvl3pPr marL="1076325" indent="-533400">
              <a:buFont typeface="Wingdings" panose="05000000000000000000" pitchFamily="2" charset="2"/>
              <a:buChar char="§"/>
              <a:defRPr lang="en-US" sz="5400" smtClean="0"/>
            </a:lvl3pPr>
            <a:lvl4pPr marL="1619250" indent="-542925">
              <a:buFont typeface="Wingdings" panose="05000000000000000000" pitchFamily="2" charset="2"/>
              <a:buChar char="§"/>
              <a:defRPr lang="en-US" sz="5400" smtClean="0"/>
            </a:lvl4pPr>
            <a:lvl5pPr marL="2152650" indent="-533400">
              <a:buFont typeface="Wingdings" panose="05000000000000000000" pitchFamily="2" charset="2"/>
              <a:buChar char="§"/>
              <a:defRPr lang="en-US" sz="5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9" name="Group 26"/>
          <p:cNvGrpSpPr>
            <a:grpSpLocks/>
          </p:cNvGrpSpPr>
          <p:nvPr userDrawn="1"/>
        </p:nvGrpSpPr>
        <p:grpSpPr bwMode="auto">
          <a:xfrm>
            <a:off x="180975" y="180975"/>
            <a:ext cx="28802013" cy="43194288"/>
            <a:chOff x="114" y="114"/>
            <a:chExt cx="18143" cy="27209"/>
          </a:xfrm>
        </p:grpSpPr>
        <p:grpSp>
          <p:nvGrpSpPr>
            <p:cNvPr id="10" name="Group 27"/>
            <p:cNvGrpSpPr>
              <a:grpSpLocks/>
            </p:cNvGrpSpPr>
            <p:nvPr userDrawn="1"/>
          </p:nvGrpSpPr>
          <p:grpSpPr bwMode="auto">
            <a:xfrm>
              <a:off x="114" y="114"/>
              <a:ext cx="317" cy="317"/>
              <a:chOff x="114" y="114"/>
              <a:chExt cx="317" cy="317"/>
            </a:xfrm>
          </p:grpSpPr>
          <p:sp>
            <p:nvSpPr>
              <p:cNvPr id="22" name="Line 28"/>
              <p:cNvSpPr>
                <a:spLocks noChangeShapeType="1"/>
              </p:cNvSpPr>
              <p:nvPr/>
            </p:nvSpPr>
            <p:spPr bwMode="auto">
              <a:xfrm>
                <a:off x="114"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3" name="Line 29"/>
              <p:cNvSpPr>
                <a:spLocks noChangeShapeType="1"/>
              </p:cNvSpPr>
              <p:nvPr/>
            </p:nvSpPr>
            <p:spPr bwMode="auto">
              <a:xfrm>
                <a:off x="204"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1" name="Group 30"/>
            <p:cNvGrpSpPr>
              <a:grpSpLocks/>
            </p:cNvGrpSpPr>
            <p:nvPr userDrawn="1"/>
          </p:nvGrpSpPr>
          <p:grpSpPr bwMode="auto">
            <a:xfrm>
              <a:off x="114" y="114"/>
              <a:ext cx="18143" cy="27209"/>
              <a:chOff x="114" y="114"/>
              <a:chExt cx="18143" cy="27209"/>
            </a:xfrm>
          </p:grpSpPr>
          <p:grpSp>
            <p:nvGrpSpPr>
              <p:cNvPr id="12" name="Group 31"/>
              <p:cNvGrpSpPr>
                <a:grpSpLocks/>
              </p:cNvGrpSpPr>
              <p:nvPr userDrawn="1"/>
            </p:nvGrpSpPr>
            <p:grpSpPr bwMode="auto">
              <a:xfrm>
                <a:off x="17849" y="114"/>
                <a:ext cx="408" cy="317"/>
                <a:chOff x="17849" y="114"/>
                <a:chExt cx="408" cy="317"/>
              </a:xfrm>
            </p:grpSpPr>
            <p:sp>
              <p:nvSpPr>
                <p:cNvPr id="20" name="Line 32"/>
                <p:cNvSpPr>
                  <a:spLocks noChangeShapeType="1"/>
                </p:cNvSpPr>
                <p:nvPr/>
              </p:nvSpPr>
              <p:spPr bwMode="auto">
                <a:xfrm>
                  <a:off x="18257"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1" name="Line 33"/>
                <p:cNvSpPr>
                  <a:spLocks noChangeShapeType="1"/>
                </p:cNvSpPr>
                <p:nvPr/>
              </p:nvSpPr>
              <p:spPr bwMode="auto">
                <a:xfrm>
                  <a:off x="17849"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3" name="Group 34"/>
              <p:cNvGrpSpPr>
                <a:grpSpLocks/>
              </p:cNvGrpSpPr>
              <p:nvPr userDrawn="1"/>
            </p:nvGrpSpPr>
            <p:grpSpPr bwMode="auto">
              <a:xfrm>
                <a:off x="114" y="26966"/>
                <a:ext cx="18143" cy="357"/>
                <a:chOff x="114" y="26966"/>
                <a:chExt cx="18143" cy="357"/>
              </a:xfrm>
            </p:grpSpPr>
            <p:grpSp>
              <p:nvGrpSpPr>
                <p:cNvPr id="14" name="Group 35"/>
                <p:cNvGrpSpPr>
                  <a:grpSpLocks/>
                </p:cNvGrpSpPr>
                <p:nvPr userDrawn="1"/>
              </p:nvGrpSpPr>
              <p:grpSpPr bwMode="auto">
                <a:xfrm>
                  <a:off x="114" y="26966"/>
                  <a:ext cx="345" cy="357"/>
                  <a:chOff x="114" y="26966"/>
                  <a:chExt cx="345" cy="357"/>
                </a:xfrm>
              </p:grpSpPr>
              <p:sp>
                <p:nvSpPr>
                  <p:cNvPr id="18" name="Line 36"/>
                  <p:cNvSpPr>
                    <a:spLocks noChangeShapeType="1"/>
                  </p:cNvSpPr>
                  <p:nvPr/>
                </p:nvSpPr>
                <p:spPr bwMode="auto">
                  <a:xfrm>
                    <a:off x="232"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9" name="Line 37"/>
                  <p:cNvSpPr>
                    <a:spLocks noChangeShapeType="1"/>
                  </p:cNvSpPr>
                  <p:nvPr/>
                </p:nvSpPr>
                <p:spPr bwMode="auto">
                  <a:xfrm>
                    <a:off x="114"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5" name="Group 38"/>
                <p:cNvGrpSpPr>
                  <a:grpSpLocks/>
                </p:cNvGrpSpPr>
                <p:nvPr userDrawn="1"/>
              </p:nvGrpSpPr>
              <p:grpSpPr bwMode="auto">
                <a:xfrm>
                  <a:off x="17877" y="26966"/>
                  <a:ext cx="380" cy="357"/>
                  <a:chOff x="17877" y="26966"/>
                  <a:chExt cx="380" cy="357"/>
                </a:xfrm>
              </p:grpSpPr>
              <p:sp>
                <p:nvSpPr>
                  <p:cNvPr id="16" name="Line 39"/>
                  <p:cNvSpPr>
                    <a:spLocks noChangeShapeType="1"/>
                  </p:cNvSpPr>
                  <p:nvPr/>
                </p:nvSpPr>
                <p:spPr bwMode="auto">
                  <a:xfrm>
                    <a:off x="17877"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7" name="Line 40"/>
                  <p:cNvSpPr>
                    <a:spLocks noChangeShapeType="1"/>
                  </p:cNvSpPr>
                  <p:nvPr/>
                </p:nvSpPr>
                <p:spPr bwMode="auto">
                  <a:xfrm>
                    <a:off x="18257"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grpSp>
      </p:grpSp>
      <p:sp>
        <p:nvSpPr>
          <p:cNvPr id="28" name="Text Placeholder 7"/>
          <p:cNvSpPr>
            <a:spLocks noGrp="1"/>
          </p:cNvSpPr>
          <p:nvPr>
            <p:ph type="body" sz="quarter" idx="15" hasCustomPrompt="1"/>
          </p:nvPr>
        </p:nvSpPr>
        <p:spPr>
          <a:xfrm>
            <a:off x="1981198" y="6035337"/>
            <a:ext cx="25200782" cy="1342584"/>
          </a:xfrm>
        </p:spPr>
        <p:txBody>
          <a:bodyPr lIns="810000" tIns="360000" rIns="810000" bIns="360000"/>
          <a:lstStyle>
            <a:lvl1pPr>
              <a:defRPr sz="4000" b="0" i="1">
                <a:solidFill>
                  <a:schemeClr val="tx1"/>
                </a:solidFill>
              </a:defRPr>
            </a:lvl1pPr>
          </a:lstStyle>
          <a:p>
            <a:pPr lvl="0"/>
            <a:r>
              <a:rPr lang="en-US" dirty="0"/>
              <a:t>Affiliation(s)</a:t>
            </a:r>
          </a:p>
        </p:txBody>
      </p:sp>
      <p:pic>
        <p:nvPicPr>
          <p:cNvPr id="34" name="Picture 33">
            <a:extLst>
              <a:ext uri="{FF2B5EF4-FFF2-40B4-BE49-F238E27FC236}">
                <a16:creationId xmlns:a16="http://schemas.microsoft.com/office/drawing/2014/main" id="{DAE46335-8818-41E0-99F3-EB4C6F2087BC}"/>
              </a:ext>
            </a:extLst>
          </p:cNvPr>
          <p:cNvPicPr>
            <a:picLocks noChangeAspect="1"/>
          </p:cNvPicPr>
          <p:nvPr userDrawn="1"/>
        </p:nvPicPr>
        <p:blipFill>
          <a:blip r:embed="rId2"/>
          <a:srcRect/>
          <a:stretch/>
        </p:blipFill>
        <p:spPr>
          <a:xfrm>
            <a:off x="1043691" y="41801105"/>
            <a:ext cx="4214456" cy="1530000"/>
          </a:xfrm>
          <a:prstGeom prst="rect">
            <a:avLst/>
          </a:prstGeom>
        </p:spPr>
      </p:pic>
      <p:sp>
        <p:nvSpPr>
          <p:cNvPr id="35" name="TextBox 34">
            <a:extLst>
              <a:ext uri="{FF2B5EF4-FFF2-40B4-BE49-F238E27FC236}">
                <a16:creationId xmlns:a16="http://schemas.microsoft.com/office/drawing/2014/main" id="{AE8114CA-0F72-4C46-AC20-95A477EEE5BC}"/>
              </a:ext>
            </a:extLst>
          </p:cNvPr>
          <p:cNvSpPr txBox="1"/>
          <p:nvPr userDrawn="1"/>
        </p:nvSpPr>
        <p:spPr>
          <a:xfrm>
            <a:off x="24305256" y="42083730"/>
            <a:ext cx="3370599" cy="964751"/>
          </a:xfrm>
          <a:prstGeom prst="rect">
            <a:avLst/>
          </a:prstGeom>
          <a:noFill/>
        </p:spPr>
        <p:txBody>
          <a:bodyPr wrap="square" rtlCol="0">
            <a:spAutoFit/>
          </a:bodyPr>
          <a:lstStyle/>
          <a:p>
            <a:pPr algn="r">
              <a:spcBef>
                <a:spcPts val="1417"/>
              </a:spcBef>
            </a:pPr>
            <a:r>
              <a:rPr lang="en-GB" sz="5669" b="1" noProof="1">
                <a:solidFill>
                  <a:schemeClr val="accent1"/>
                </a:solidFill>
              </a:rPr>
              <a:t>vito.be</a:t>
            </a:r>
          </a:p>
        </p:txBody>
      </p:sp>
      <p:pic>
        <p:nvPicPr>
          <p:cNvPr id="37" name="Afbeelding 1">
            <a:extLst>
              <a:ext uri="{FF2B5EF4-FFF2-40B4-BE49-F238E27FC236}">
                <a16:creationId xmlns:a16="http://schemas.microsoft.com/office/drawing/2014/main" id="{769FD711-E50B-40FC-AF77-256E4B5CE3A0}"/>
              </a:ext>
            </a:extLst>
          </p:cNvPr>
          <p:cNvPicPr>
            <a:picLocks noChangeAspect="1"/>
          </p:cNvPicPr>
          <p:nvPr userDrawn="1"/>
        </p:nvPicPr>
        <p:blipFill>
          <a:blip r:embed="rId2"/>
          <a:srcRect/>
          <a:stretch/>
        </p:blipFill>
        <p:spPr>
          <a:xfrm>
            <a:off x="1981981" y="220314"/>
            <a:ext cx="4789619" cy="1738805"/>
          </a:xfrm>
          <a:prstGeom prst="rect">
            <a:avLst/>
          </a:prstGeom>
        </p:spPr>
      </p:pic>
      <p:pic>
        <p:nvPicPr>
          <p:cNvPr id="1026" name="Picture 2"/>
          <p:cNvPicPr>
            <a:picLocks noChangeAspect="1" noChangeArrowheads="1"/>
          </p:cNvPicPr>
          <p:nvPr userDrawn="1"/>
        </p:nvPicPr>
        <p:blipFill>
          <a:blip r:embed="rId3"/>
          <a:srcRect/>
          <a:stretch/>
        </p:blipFill>
        <p:spPr bwMode="auto">
          <a:xfrm>
            <a:off x="6777755" y="339011"/>
            <a:ext cx="1147924" cy="1147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5466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_VITO_energy">
    <p:bg>
      <p:bgPr>
        <a:solidFill>
          <a:schemeClr val="bg1"/>
        </a:solidFill>
        <a:effectLst/>
      </p:bgPr>
    </p:bg>
    <p:spTree>
      <p:nvGrpSpPr>
        <p:cNvPr id="1" name=""/>
        <p:cNvGrpSpPr/>
        <p:nvPr/>
      </p:nvGrpSpPr>
      <p:grpSpPr>
        <a:xfrm>
          <a:off x="0" y="0"/>
          <a:ext cx="0" cy="0"/>
          <a:chOff x="0" y="0"/>
          <a:chExt cx="0" cy="0"/>
        </a:xfrm>
      </p:grpSpPr>
      <p:sp>
        <p:nvSpPr>
          <p:cNvPr id="29" name="Title 23"/>
          <p:cNvSpPr>
            <a:spLocks noGrp="1"/>
          </p:cNvSpPr>
          <p:nvPr>
            <p:ph type="title"/>
          </p:nvPr>
        </p:nvSpPr>
        <p:spPr>
          <a:xfrm>
            <a:off x="1981981" y="1989717"/>
            <a:ext cx="25199999" cy="2439236"/>
          </a:xfrm>
          <a:prstGeom prst="rect">
            <a:avLst/>
          </a:prstGeom>
          <a:solidFill>
            <a:schemeClr val="accent1"/>
          </a:solidFill>
        </p:spPr>
        <p:txBody>
          <a:bodyPr lIns="810000" tIns="360000" rIns="810000" bIns="360000" anchor="ctr" anchorCtr="0">
            <a:normAutofit/>
          </a:bodyPr>
          <a:lstStyle>
            <a:lvl1pPr algn="l">
              <a:defRPr sz="8800" b="0" i="0" cap="all" baseline="0">
                <a:solidFill>
                  <a:schemeClr val="bg2"/>
                </a:solidFill>
                <a:effectLst/>
                <a:latin typeface="Calibri"/>
              </a:defRPr>
            </a:lvl1pPr>
          </a:lstStyle>
          <a:p>
            <a:r>
              <a:rPr lang="en-US"/>
              <a:t>Click to edit Master title style</a:t>
            </a:r>
            <a:endParaRPr lang="nl-BE" dirty="0"/>
          </a:p>
        </p:txBody>
      </p:sp>
      <p:sp>
        <p:nvSpPr>
          <p:cNvPr id="8" name="Text Placeholder 7"/>
          <p:cNvSpPr>
            <a:spLocks noGrp="1"/>
          </p:cNvSpPr>
          <p:nvPr>
            <p:ph type="body" sz="quarter" idx="13" hasCustomPrompt="1"/>
          </p:nvPr>
        </p:nvSpPr>
        <p:spPr>
          <a:xfrm>
            <a:off x="1981198" y="4477309"/>
            <a:ext cx="25200782" cy="1558028"/>
          </a:xfrm>
        </p:spPr>
        <p:txBody>
          <a:bodyPr lIns="810000" tIns="360000" rIns="810000" bIns="360000"/>
          <a:lstStyle>
            <a:lvl1pPr>
              <a:defRPr sz="5400" b="1">
                <a:solidFill>
                  <a:schemeClr val="tx1"/>
                </a:solidFill>
              </a:defRPr>
            </a:lvl1pPr>
          </a:lstStyle>
          <a:p>
            <a:pPr lvl="0"/>
            <a:r>
              <a:rPr lang="en-US" dirty="0"/>
              <a:t>Author(s)</a:t>
            </a:r>
          </a:p>
        </p:txBody>
      </p:sp>
      <p:sp>
        <p:nvSpPr>
          <p:cNvPr id="27" name="Content Placeholder 26"/>
          <p:cNvSpPr>
            <a:spLocks noGrp="1"/>
          </p:cNvSpPr>
          <p:nvPr>
            <p:ph sz="quarter" idx="14"/>
          </p:nvPr>
        </p:nvSpPr>
        <p:spPr>
          <a:xfrm>
            <a:off x="1981982" y="7593365"/>
            <a:ext cx="25200000" cy="31831476"/>
          </a:xfrm>
          <a:solidFill>
            <a:schemeClr val="bg1"/>
          </a:solidFill>
        </p:spPr>
        <p:txBody>
          <a:bodyPr lIns="810000" tIns="720000" rIns="810000" bIns="720000"/>
          <a:lstStyle>
            <a:lvl1pPr>
              <a:defRPr lang="en-US" sz="6000" smtClean="0"/>
            </a:lvl1pPr>
            <a:lvl2pPr marL="542925" indent="-542925">
              <a:buFont typeface="Wingdings" panose="05000000000000000000" pitchFamily="2" charset="2"/>
              <a:buChar char="§"/>
              <a:defRPr lang="en-US" sz="5400" smtClean="0"/>
            </a:lvl2pPr>
            <a:lvl3pPr marL="1076325" indent="-533400">
              <a:buFont typeface="Wingdings" panose="05000000000000000000" pitchFamily="2" charset="2"/>
              <a:buChar char="§"/>
              <a:defRPr lang="en-US" sz="5400" smtClean="0"/>
            </a:lvl3pPr>
            <a:lvl4pPr marL="1619250" indent="-542925">
              <a:buFont typeface="Wingdings" panose="05000000000000000000" pitchFamily="2" charset="2"/>
              <a:buChar char="§"/>
              <a:defRPr lang="en-US" sz="5400" smtClean="0"/>
            </a:lvl4pPr>
            <a:lvl5pPr marL="2152650" indent="-533400">
              <a:buFont typeface="Wingdings" panose="05000000000000000000" pitchFamily="2" charset="2"/>
              <a:buChar char="§"/>
              <a:defRPr lang="en-US" sz="5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9" name="Group 26"/>
          <p:cNvGrpSpPr>
            <a:grpSpLocks/>
          </p:cNvGrpSpPr>
          <p:nvPr userDrawn="1"/>
        </p:nvGrpSpPr>
        <p:grpSpPr bwMode="auto">
          <a:xfrm>
            <a:off x="180975" y="180975"/>
            <a:ext cx="28802013" cy="43194288"/>
            <a:chOff x="114" y="114"/>
            <a:chExt cx="18143" cy="27209"/>
          </a:xfrm>
        </p:grpSpPr>
        <p:grpSp>
          <p:nvGrpSpPr>
            <p:cNvPr id="10" name="Group 27"/>
            <p:cNvGrpSpPr>
              <a:grpSpLocks/>
            </p:cNvGrpSpPr>
            <p:nvPr userDrawn="1"/>
          </p:nvGrpSpPr>
          <p:grpSpPr bwMode="auto">
            <a:xfrm>
              <a:off x="114" y="114"/>
              <a:ext cx="317" cy="317"/>
              <a:chOff x="114" y="114"/>
              <a:chExt cx="317" cy="317"/>
            </a:xfrm>
          </p:grpSpPr>
          <p:sp>
            <p:nvSpPr>
              <p:cNvPr id="22" name="Line 28"/>
              <p:cNvSpPr>
                <a:spLocks noChangeShapeType="1"/>
              </p:cNvSpPr>
              <p:nvPr/>
            </p:nvSpPr>
            <p:spPr bwMode="auto">
              <a:xfrm>
                <a:off x="114"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3" name="Line 29"/>
              <p:cNvSpPr>
                <a:spLocks noChangeShapeType="1"/>
              </p:cNvSpPr>
              <p:nvPr/>
            </p:nvSpPr>
            <p:spPr bwMode="auto">
              <a:xfrm>
                <a:off x="204"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1" name="Group 30"/>
            <p:cNvGrpSpPr>
              <a:grpSpLocks/>
            </p:cNvGrpSpPr>
            <p:nvPr userDrawn="1"/>
          </p:nvGrpSpPr>
          <p:grpSpPr bwMode="auto">
            <a:xfrm>
              <a:off x="114" y="114"/>
              <a:ext cx="18143" cy="27209"/>
              <a:chOff x="114" y="114"/>
              <a:chExt cx="18143" cy="27209"/>
            </a:xfrm>
          </p:grpSpPr>
          <p:grpSp>
            <p:nvGrpSpPr>
              <p:cNvPr id="12" name="Group 31"/>
              <p:cNvGrpSpPr>
                <a:grpSpLocks/>
              </p:cNvGrpSpPr>
              <p:nvPr userDrawn="1"/>
            </p:nvGrpSpPr>
            <p:grpSpPr bwMode="auto">
              <a:xfrm>
                <a:off x="17849" y="114"/>
                <a:ext cx="408" cy="317"/>
                <a:chOff x="17849" y="114"/>
                <a:chExt cx="408" cy="317"/>
              </a:xfrm>
            </p:grpSpPr>
            <p:sp>
              <p:nvSpPr>
                <p:cNvPr id="20" name="Line 32"/>
                <p:cNvSpPr>
                  <a:spLocks noChangeShapeType="1"/>
                </p:cNvSpPr>
                <p:nvPr/>
              </p:nvSpPr>
              <p:spPr bwMode="auto">
                <a:xfrm>
                  <a:off x="18257"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1" name="Line 33"/>
                <p:cNvSpPr>
                  <a:spLocks noChangeShapeType="1"/>
                </p:cNvSpPr>
                <p:nvPr/>
              </p:nvSpPr>
              <p:spPr bwMode="auto">
                <a:xfrm>
                  <a:off x="17849"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3" name="Group 34"/>
              <p:cNvGrpSpPr>
                <a:grpSpLocks/>
              </p:cNvGrpSpPr>
              <p:nvPr userDrawn="1"/>
            </p:nvGrpSpPr>
            <p:grpSpPr bwMode="auto">
              <a:xfrm>
                <a:off x="114" y="26966"/>
                <a:ext cx="18143" cy="357"/>
                <a:chOff x="114" y="26966"/>
                <a:chExt cx="18143" cy="357"/>
              </a:xfrm>
            </p:grpSpPr>
            <p:grpSp>
              <p:nvGrpSpPr>
                <p:cNvPr id="14" name="Group 35"/>
                <p:cNvGrpSpPr>
                  <a:grpSpLocks/>
                </p:cNvGrpSpPr>
                <p:nvPr userDrawn="1"/>
              </p:nvGrpSpPr>
              <p:grpSpPr bwMode="auto">
                <a:xfrm>
                  <a:off x="114" y="26966"/>
                  <a:ext cx="345" cy="357"/>
                  <a:chOff x="114" y="26966"/>
                  <a:chExt cx="345" cy="357"/>
                </a:xfrm>
              </p:grpSpPr>
              <p:sp>
                <p:nvSpPr>
                  <p:cNvPr id="18" name="Line 36"/>
                  <p:cNvSpPr>
                    <a:spLocks noChangeShapeType="1"/>
                  </p:cNvSpPr>
                  <p:nvPr/>
                </p:nvSpPr>
                <p:spPr bwMode="auto">
                  <a:xfrm>
                    <a:off x="232"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9" name="Line 37"/>
                  <p:cNvSpPr>
                    <a:spLocks noChangeShapeType="1"/>
                  </p:cNvSpPr>
                  <p:nvPr/>
                </p:nvSpPr>
                <p:spPr bwMode="auto">
                  <a:xfrm>
                    <a:off x="114"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5" name="Group 38"/>
                <p:cNvGrpSpPr>
                  <a:grpSpLocks/>
                </p:cNvGrpSpPr>
                <p:nvPr userDrawn="1"/>
              </p:nvGrpSpPr>
              <p:grpSpPr bwMode="auto">
                <a:xfrm>
                  <a:off x="17877" y="26966"/>
                  <a:ext cx="380" cy="357"/>
                  <a:chOff x="17877" y="26966"/>
                  <a:chExt cx="380" cy="357"/>
                </a:xfrm>
              </p:grpSpPr>
              <p:sp>
                <p:nvSpPr>
                  <p:cNvPr id="16" name="Line 39"/>
                  <p:cNvSpPr>
                    <a:spLocks noChangeShapeType="1"/>
                  </p:cNvSpPr>
                  <p:nvPr/>
                </p:nvSpPr>
                <p:spPr bwMode="auto">
                  <a:xfrm>
                    <a:off x="17877"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7" name="Line 40"/>
                  <p:cNvSpPr>
                    <a:spLocks noChangeShapeType="1"/>
                  </p:cNvSpPr>
                  <p:nvPr/>
                </p:nvSpPr>
                <p:spPr bwMode="auto">
                  <a:xfrm>
                    <a:off x="18257"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grpSp>
      </p:grpSp>
      <p:sp>
        <p:nvSpPr>
          <p:cNvPr id="28" name="Text Placeholder 7"/>
          <p:cNvSpPr>
            <a:spLocks noGrp="1"/>
          </p:cNvSpPr>
          <p:nvPr>
            <p:ph type="body" sz="quarter" idx="15" hasCustomPrompt="1"/>
          </p:nvPr>
        </p:nvSpPr>
        <p:spPr>
          <a:xfrm>
            <a:off x="1981198" y="6035337"/>
            <a:ext cx="25200782" cy="1342584"/>
          </a:xfrm>
        </p:spPr>
        <p:txBody>
          <a:bodyPr lIns="810000" tIns="360000" rIns="810000" bIns="360000"/>
          <a:lstStyle>
            <a:lvl1pPr>
              <a:defRPr sz="4000" b="0" i="1">
                <a:solidFill>
                  <a:schemeClr val="tx1"/>
                </a:solidFill>
              </a:defRPr>
            </a:lvl1pPr>
          </a:lstStyle>
          <a:p>
            <a:pPr lvl="0"/>
            <a:r>
              <a:rPr lang="en-US" dirty="0"/>
              <a:t>Affiliation(s)</a:t>
            </a:r>
          </a:p>
        </p:txBody>
      </p:sp>
      <p:pic>
        <p:nvPicPr>
          <p:cNvPr id="34" name="Picture 33">
            <a:extLst>
              <a:ext uri="{FF2B5EF4-FFF2-40B4-BE49-F238E27FC236}">
                <a16:creationId xmlns:a16="http://schemas.microsoft.com/office/drawing/2014/main" id="{DAE46335-8818-41E0-99F3-EB4C6F2087BC}"/>
              </a:ext>
            </a:extLst>
          </p:cNvPr>
          <p:cNvPicPr>
            <a:picLocks noChangeAspect="1"/>
          </p:cNvPicPr>
          <p:nvPr userDrawn="1"/>
        </p:nvPicPr>
        <p:blipFill>
          <a:blip r:embed="rId2"/>
          <a:srcRect/>
          <a:stretch/>
        </p:blipFill>
        <p:spPr>
          <a:xfrm>
            <a:off x="1043691" y="41801105"/>
            <a:ext cx="4214456" cy="1530000"/>
          </a:xfrm>
          <a:prstGeom prst="rect">
            <a:avLst/>
          </a:prstGeom>
        </p:spPr>
      </p:pic>
      <p:sp>
        <p:nvSpPr>
          <p:cNvPr id="35" name="TextBox 34">
            <a:extLst>
              <a:ext uri="{FF2B5EF4-FFF2-40B4-BE49-F238E27FC236}">
                <a16:creationId xmlns:a16="http://schemas.microsoft.com/office/drawing/2014/main" id="{AE8114CA-0F72-4C46-AC20-95A477EEE5BC}"/>
              </a:ext>
            </a:extLst>
          </p:cNvPr>
          <p:cNvSpPr txBox="1"/>
          <p:nvPr userDrawn="1"/>
        </p:nvSpPr>
        <p:spPr>
          <a:xfrm>
            <a:off x="24305256" y="42083730"/>
            <a:ext cx="3370599" cy="964751"/>
          </a:xfrm>
          <a:prstGeom prst="rect">
            <a:avLst/>
          </a:prstGeom>
          <a:noFill/>
        </p:spPr>
        <p:txBody>
          <a:bodyPr wrap="square" rtlCol="0">
            <a:spAutoFit/>
          </a:bodyPr>
          <a:lstStyle/>
          <a:p>
            <a:pPr algn="r">
              <a:spcBef>
                <a:spcPts val="1417"/>
              </a:spcBef>
            </a:pPr>
            <a:r>
              <a:rPr lang="en-GB" sz="5669" b="1" noProof="1">
                <a:solidFill>
                  <a:schemeClr val="accent1"/>
                </a:solidFill>
              </a:rPr>
              <a:t>vito.be</a:t>
            </a:r>
          </a:p>
        </p:txBody>
      </p:sp>
      <p:pic>
        <p:nvPicPr>
          <p:cNvPr id="37" name="Afbeelding 1">
            <a:extLst>
              <a:ext uri="{FF2B5EF4-FFF2-40B4-BE49-F238E27FC236}">
                <a16:creationId xmlns:a16="http://schemas.microsoft.com/office/drawing/2014/main" id="{769FD711-E50B-40FC-AF77-256E4B5CE3A0}"/>
              </a:ext>
            </a:extLst>
          </p:cNvPr>
          <p:cNvPicPr>
            <a:picLocks noChangeAspect="1"/>
          </p:cNvPicPr>
          <p:nvPr userDrawn="1"/>
        </p:nvPicPr>
        <p:blipFill>
          <a:blip r:embed="rId2"/>
          <a:srcRect/>
          <a:stretch/>
        </p:blipFill>
        <p:spPr>
          <a:xfrm>
            <a:off x="1981981" y="220314"/>
            <a:ext cx="4789619" cy="1738805"/>
          </a:xfrm>
          <a:prstGeom prst="rect">
            <a:avLst/>
          </a:prstGeom>
        </p:spPr>
      </p:pic>
      <p:pic>
        <p:nvPicPr>
          <p:cNvPr id="1026" name="Picture 2"/>
          <p:cNvPicPr>
            <a:picLocks noChangeAspect="1" noChangeArrowheads="1"/>
          </p:cNvPicPr>
          <p:nvPr userDrawn="1"/>
        </p:nvPicPr>
        <p:blipFill>
          <a:blip r:embed="rId3"/>
          <a:srcRect/>
          <a:stretch/>
        </p:blipFill>
        <p:spPr bwMode="auto">
          <a:xfrm>
            <a:off x="6777755" y="339011"/>
            <a:ext cx="1147924" cy="1147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9175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_VITO_materials">
    <p:bg>
      <p:bgPr>
        <a:solidFill>
          <a:schemeClr val="bg1"/>
        </a:solidFill>
        <a:effectLst/>
      </p:bgPr>
    </p:bg>
    <p:spTree>
      <p:nvGrpSpPr>
        <p:cNvPr id="1" name=""/>
        <p:cNvGrpSpPr/>
        <p:nvPr/>
      </p:nvGrpSpPr>
      <p:grpSpPr>
        <a:xfrm>
          <a:off x="0" y="0"/>
          <a:ext cx="0" cy="0"/>
          <a:chOff x="0" y="0"/>
          <a:chExt cx="0" cy="0"/>
        </a:xfrm>
      </p:grpSpPr>
      <p:sp>
        <p:nvSpPr>
          <p:cNvPr id="29" name="Title 23"/>
          <p:cNvSpPr>
            <a:spLocks noGrp="1"/>
          </p:cNvSpPr>
          <p:nvPr>
            <p:ph type="title"/>
          </p:nvPr>
        </p:nvSpPr>
        <p:spPr>
          <a:xfrm>
            <a:off x="1981981" y="1989717"/>
            <a:ext cx="25199999" cy="2439236"/>
          </a:xfrm>
          <a:prstGeom prst="rect">
            <a:avLst/>
          </a:prstGeom>
          <a:solidFill>
            <a:schemeClr val="accent1"/>
          </a:solidFill>
        </p:spPr>
        <p:txBody>
          <a:bodyPr lIns="810000" tIns="360000" rIns="810000" bIns="360000" anchor="ctr" anchorCtr="0">
            <a:normAutofit/>
          </a:bodyPr>
          <a:lstStyle>
            <a:lvl1pPr algn="l">
              <a:defRPr sz="8800" b="0" i="0" cap="all" baseline="0">
                <a:solidFill>
                  <a:schemeClr val="bg2"/>
                </a:solidFill>
                <a:effectLst/>
                <a:latin typeface="Calibri"/>
              </a:defRPr>
            </a:lvl1pPr>
          </a:lstStyle>
          <a:p>
            <a:r>
              <a:rPr lang="en-US"/>
              <a:t>Click to edit Master title style</a:t>
            </a:r>
            <a:endParaRPr lang="nl-BE" dirty="0"/>
          </a:p>
        </p:txBody>
      </p:sp>
      <p:sp>
        <p:nvSpPr>
          <p:cNvPr id="8" name="Text Placeholder 7"/>
          <p:cNvSpPr>
            <a:spLocks noGrp="1"/>
          </p:cNvSpPr>
          <p:nvPr>
            <p:ph type="body" sz="quarter" idx="13" hasCustomPrompt="1"/>
          </p:nvPr>
        </p:nvSpPr>
        <p:spPr>
          <a:xfrm>
            <a:off x="1981198" y="4477309"/>
            <a:ext cx="25200782" cy="1558028"/>
          </a:xfrm>
        </p:spPr>
        <p:txBody>
          <a:bodyPr lIns="810000" tIns="360000" rIns="810000" bIns="360000"/>
          <a:lstStyle>
            <a:lvl1pPr>
              <a:defRPr sz="5400" b="1">
                <a:solidFill>
                  <a:schemeClr val="tx1"/>
                </a:solidFill>
              </a:defRPr>
            </a:lvl1pPr>
          </a:lstStyle>
          <a:p>
            <a:pPr lvl="0"/>
            <a:r>
              <a:rPr lang="en-US" dirty="0"/>
              <a:t>Author(s)</a:t>
            </a:r>
          </a:p>
        </p:txBody>
      </p:sp>
      <p:sp>
        <p:nvSpPr>
          <p:cNvPr id="27" name="Content Placeholder 26"/>
          <p:cNvSpPr>
            <a:spLocks noGrp="1"/>
          </p:cNvSpPr>
          <p:nvPr>
            <p:ph sz="quarter" idx="14"/>
          </p:nvPr>
        </p:nvSpPr>
        <p:spPr>
          <a:xfrm>
            <a:off x="1981982" y="7593365"/>
            <a:ext cx="25200000" cy="31831476"/>
          </a:xfrm>
          <a:solidFill>
            <a:schemeClr val="bg1"/>
          </a:solidFill>
        </p:spPr>
        <p:txBody>
          <a:bodyPr lIns="810000" tIns="720000" rIns="810000" bIns="720000"/>
          <a:lstStyle>
            <a:lvl1pPr>
              <a:defRPr lang="en-US" sz="6000" smtClean="0"/>
            </a:lvl1pPr>
            <a:lvl2pPr marL="542925" indent="-542925">
              <a:buFont typeface="Wingdings" panose="05000000000000000000" pitchFamily="2" charset="2"/>
              <a:buChar char="§"/>
              <a:defRPr lang="en-US" sz="5400" smtClean="0"/>
            </a:lvl2pPr>
            <a:lvl3pPr marL="1076325" indent="-533400">
              <a:buFont typeface="Wingdings" panose="05000000000000000000" pitchFamily="2" charset="2"/>
              <a:buChar char="§"/>
              <a:defRPr lang="en-US" sz="5400" smtClean="0"/>
            </a:lvl3pPr>
            <a:lvl4pPr marL="1619250" indent="-542925">
              <a:buFont typeface="Wingdings" panose="05000000000000000000" pitchFamily="2" charset="2"/>
              <a:buChar char="§"/>
              <a:defRPr lang="en-US" sz="5400" smtClean="0"/>
            </a:lvl4pPr>
            <a:lvl5pPr marL="2152650" indent="-533400">
              <a:buFont typeface="Wingdings" panose="05000000000000000000" pitchFamily="2" charset="2"/>
              <a:buChar char="§"/>
              <a:defRPr lang="en-US" sz="5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9" name="Group 26"/>
          <p:cNvGrpSpPr>
            <a:grpSpLocks/>
          </p:cNvGrpSpPr>
          <p:nvPr userDrawn="1"/>
        </p:nvGrpSpPr>
        <p:grpSpPr bwMode="auto">
          <a:xfrm>
            <a:off x="180975" y="180975"/>
            <a:ext cx="28802013" cy="43194288"/>
            <a:chOff x="114" y="114"/>
            <a:chExt cx="18143" cy="27209"/>
          </a:xfrm>
        </p:grpSpPr>
        <p:grpSp>
          <p:nvGrpSpPr>
            <p:cNvPr id="10" name="Group 27"/>
            <p:cNvGrpSpPr>
              <a:grpSpLocks/>
            </p:cNvGrpSpPr>
            <p:nvPr userDrawn="1"/>
          </p:nvGrpSpPr>
          <p:grpSpPr bwMode="auto">
            <a:xfrm>
              <a:off x="114" y="114"/>
              <a:ext cx="317" cy="317"/>
              <a:chOff x="114" y="114"/>
              <a:chExt cx="317" cy="317"/>
            </a:xfrm>
          </p:grpSpPr>
          <p:sp>
            <p:nvSpPr>
              <p:cNvPr id="22" name="Line 28"/>
              <p:cNvSpPr>
                <a:spLocks noChangeShapeType="1"/>
              </p:cNvSpPr>
              <p:nvPr/>
            </p:nvSpPr>
            <p:spPr bwMode="auto">
              <a:xfrm>
                <a:off x="114"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3" name="Line 29"/>
              <p:cNvSpPr>
                <a:spLocks noChangeShapeType="1"/>
              </p:cNvSpPr>
              <p:nvPr/>
            </p:nvSpPr>
            <p:spPr bwMode="auto">
              <a:xfrm>
                <a:off x="204"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1" name="Group 30"/>
            <p:cNvGrpSpPr>
              <a:grpSpLocks/>
            </p:cNvGrpSpPr>
            <p:nvPr userDrawn="1"/>
          </p:nvGrpSpPr>
          <p:grpSpPr bwMode="auto">
            <a:xfrm>
              <a:off x="114" y="114"/>
              <a:ext cx="18143" cy="27209"/>
              <a:chOff x="114" y="114"/>
              <a:chExt cx="18143" cy="27209"/>
            </a:xfrm>
          </p:grpSpPr>
          <p:grpSp>
            <p:nvGrpSpPr>
              <p:cNvPr id="12" name="Group 31"/>
              <p:cNvGrpSpPr>
                <a:grpSpLocks/>
              </p:cNvGrpSpPr>
              <p:nvPr userDrawn="1"/>
            </p:nvGrpSpPr>
            <p:grpSpPr bwMode="auto">
              <a:xfrm>
                <a:off x="17849" y="114"/>
                <a:ext cx="408" cy="317"/>
                <a:chOff x="17849" y="114"/>
                <a:chExt cx="408" cy="317"/>
              </a:xfrm>
            </p:grpSpPr>
            <p:sp>
              <p:nvSpPr>
                <p:cNvPr id="20" name="Line 32"/>
                <p:cNvSpPr>
                  <a:spLocks noChangeShapeType="1"/>
                </p:cNvSpPr>
                <p:nvPr/>
              </p:nvSpPr>
              <p:spPr bwMode="auto">
                <a:xfrm>
                  <a:off x="18257"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1" name="Line 33"/>
                <p:cNvSpPr>
                  <a:spLocks noChangeShapeType="1"/>
                </p:cNvSpPr>
                <p:nvPr/>
              </p:nvSpPr>
              <p:spPr bwMode="auto">
                <a:xfrm>
                  <a:off x="17849"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3" name="Group 34"/>
              <p:cNvGrpSpPr>
                <a:grpSpLocks/>
              </p:cNvGrpSpPr>
              <p:nvPr userDrawn="1"/>
            </p:nvGrpSpPr>
            <p:grpSpPr bwMode="auto">
              <a:xfrm>
                <a:off x="114" y="26966"/>
                <a:ext cx="18143" cy="357"/>
                <a:chOff x="114" y="26966"/>
                <a:chExt cx="18143" cy="357"/>
              </a:xfrm>
            </p:grpSpPr>
            <p:grpSp>
              <p:nvGrpSpPr>
                <p:cNvPr id="14" name="Group 35"/>
                <p:cNvGrpSpPr>
                  <a:grpSpLocks/>
                </p:cNvGrpSpPr>
                <p:nvPr userDrawn="1"/>
              </p:nvGrpSpPr>
              <p:grpSpPr bwMode="auto">
                <a:xfrm>
                  <a:off x="114" y="26966"/>
                  <a:ext cx="345" cy="357"/>
                  <a:chOff x="114" y="26966"/>
                  <a:chExt cx="345" cy="357"/>
                </a:xfrm>
              </p:grpSpPr>
              <p:sp>
                <p:nvSpPr>
                  <p:cNvPr id="18" name="Line 36"/>
                  <p:cNvSpPr>
                    <a:spLocks noChangeShapeType="1"/>
                  </p:cNvSpPr>
                  <p:nvPr/>
                </p:nvSpPr>
                <p:spPr bwMode="auto">
                  <a:xfrm>
                    <a:off x="232"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9" name="Line 37"/>
                  <p:cNvSpPr>
                    <a:spLocks noChangeShapeType="1"/>
                  </p:cNvSpPr>
                  <p:nvPr/>
                </p:nvSpPr>
                <p:spPr bwMode="auto">
                  <a:xfrm>
                    <a:off x="114"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5" name="Group 38"/>
                <p:cNvGrpSpPr>
                  <a:grpSpLocks/>
                </p:cNvGrpSpPr>
                <p:nvPr userDrawn="1"/>
              </p:nvGrpSpPr>
              <p:grpSpPr bwMode="auto">
                <a:xfrm>
                  <a:off x="17877" y="26966"/>
                  <a:ext cx="380" cy="357"/>
                  <a:chOff x="17877" y="26966"/>
                  <a:chExt cx="380" cy="357"/>
                </a:xfrm>
              </p:grpSpPr>
              <p:sp>
                <p:nvSpPr>
                  <p:cNvPr id="16" name="Line 39"/>
                  <p:cNvSpPr>
                    <a:spLocks noChangeShapeType="1"/>
                  </p:cNvSpPr>
                  <p:nvPr/>
                </p:nvSpPr>
                <p:spPr bwMode="auto">
                  <a:xfrm>
                    <a:off x="17877"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7" name="Line 40"/>
                  <p:cNvSpPr>
                    <a:spLocks noChangeShapeType="1"/>
                  </p:cNvSpPr>
                  <p:nvPr/>
                </p:nvSpPr>
                <p:spPr bwMode="auto">
                  <a:xfrm>
                    <a:off x="18257"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grpSp>
      </p:grpSp>
      <p:sp>
        <p:nvSpPr>
          <p:cNvPr id="28" name="Text Placeholder 7"/>
          <p:cNvSpPr>
            <a:spLocks noGrp="1"/>
          </p:cNvSpPr>
          <p:nvPr>
            <p:ph type="body" sz="quarter" idx="15" hasCustomPrompt="1"/>
          </p:nvPr>
        </p:nvSpPr>
        <p:spPr>
          <a:xfrm>
            <a:off x="1981198" y="6035337"/>
            <a:ext cx="25200782" cy="1342584"/>
          </a:xfrm>
        </p:spPr>
        <p:txBody>
          <a:bodyPr lIns="810000" tIns="360000" rIns="810000" bIns="360000"/>
          <a:lstStyle>
            <a:lvl1pPr>
              <a:defRPr sz="4000" b="0" i="1">
                <a:solidFill>
                  <a:schemeClr val="tx1"/>
                </a:solidFill>
              </a:defRPr>
            </a:lvl1pPr>
          </a:lstStyle>
          <a:p>
            <a:pPr lvl="0"/>
            <a:r>
              <a:rPr lang="en-US" dirty="0"/>
              <a:t>Affiliation(s)</a:t>
            </a:r>
          </a:p>
        </p:txBody>
      </p:sp>
      <p:pic>
        <p:nvPicPr>
          <p:cNvPr id="34" name="Picture 33">
            <a:extLst>
              <a:ext uri="{FF2B5EF4-FFF2-40B4-BE49-F238E27FC236}">
                <a16:creationId xmlns:a16="http://schemas.microsoft.com/office/drawing/2014/main" id="{DAE46335-8818-41E0-99F3-EB4C6F2087BC}"/>
              </a:ext>
            </a:extLst>
          </p:cNvPr>
          <p:cNvPicPr>
            <a:picLocks noChangeAspect="1"/>
          </p:cNvPicPr>
          <p:nvPr userDrawn="1"/>
        </p:nvPicPr>
        <p:blipFill>
          <a:blip r:embed="rId2"/>
          <a:srcRect/>
          <a:stretch/>
        </p:blipFill>
        <p:spPr>
          <a:xfrm>
            <a:off x="1043691" y="41801105"/>
            <a:ext cx="4214456" cy="1530000"/>
          </a:xfrm>
          <a:prstGeom prst="rect">
            <a:avLst/>
          </a:prstGeom>
        </p:spPr>
      </p:pic>
      <p:sp>
        <p:nvSpPr>
          <p:cNvPr id="35" name="TextBox 34">
            <a:extLst>
              <a:ext uri="{FF2B5EF4-FFF2-40B4-BE49-F238E27FC236}">
                <a16:creationId xmlns:a16="http://schemas.microsoft.com/office/drawing/2014/main" id="{AE8114CA-0F72-4C46-AC20-95A477EEE5BC}"/>
              </a:ext>
            </a:extLst>
          </p:cNvPr>
          <p:cNvSpPr txBox="1"/>
          <p:nvPr userDrawn="1"/>
        </p:nvSpPr>
        <p:spPr>
          <a:xfrm>
            <a:off x="24305256" y="42083730"/>
            <a:ext cx="3370599" cy="964751"/>
          </a:xfrm>
          <a:prstGeom prst="rect">
            <a:avLst/>
          </a:prstGeom>
          <a:noFill/>
        </p:spPr>
        <p:txBody>
          <a:bodyPr wrap="square" rtlCol="0">
            <a:spAutoFit/>
          </a:bodyPr>
          <a:lstStyle/>
          <a:p>
            <a:pPr algn="r">
              <a:spcBef>
                <a:spcPts val="1417"/>
              </a:spcBef>
            </a:pPr>
            <a:r>
              <a:rPr lang="en-GB" sz="5669" b="1" noProof="1">
                <a:solidFill>
                  <a:schemeClr val="accent1"/>
                </a:solidFill>
              </a:rPr>
              <a:t>vito.be</a:t>
            </a:r>
          </a:p>
        </p:txBody>
      </p:sp>
      <p:pic>
        <p:nvPicPr>
          <p:cNvPr id="37" name="Afbeelding 1">
            <a:extLst>
              <a:ext uri="{FF2B5EF4-FFF2-40B4-BE49-F238E27FC236}">
                <a16:creationId xmlns:a16="http://schemas.microsoft.com/office/drawing/2014/main" id="{769FD711-E50B-40FC-AF77-256E4B5CE3A0}"/>
              </a:ext>
            </a:extLst>
          </p:cNvPr>
          <p:cNvPicPr>
            <a:picLocks noChangeAspect="1"/>
          </p:cNvPicPr>
          <p:nvPr userDrawn="1"/>
        </p:nvPicPr>
        <p:blipFill>
          <a:blip r:embed="rId2"/>
          <a:srcRect/>
          <a:stretch/>
        </p:blipFill>
        <p:spPr>
          <a:xfrm>
            <a:off x="1981981" y="220314"/>
            <a:ext cx="4789619" cy="1738805"/>
          </a:xfrm>
          <a:prstGeom prst="rect">
            <a:avLst/>
          </a:prstGeom>
        </p:spPr>
      </p:pic>
      <p:pic>
        <p:nvPicPr>
          <p:cNvPr id="1026" name="Picture 2"/>
          <p:cNvPicPr>
            <a:picLocks noChangeAspect="1" noChangeArrowheads="1"/>
          </p:cNvPicPr>
          <p:nvPr userDrawn="1"/>
        </p:nvPicPr>
        <p:blipFill>
          <a:blip r:embed="rId3"/>
          <a:srcRect/>
          <a:stretch/>
        </p:blipFill>
        <p:spPr bwMode="auto">
          <a:xfrm>
            <a:off x="6777755" y="339011"/>
            <a:ext cx="1147924" cy="1147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2173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_VITO_health">
    <p:bg>
      <p:bgPr>
        <a:solidFill>
          <a:schemeClr val="bg1"/>
        </a:solidFill>
        <a:effectLst/>
      </p:bgPr>
    </p:bg>
    <p:spTree>
      <p:nvGrpSpPr>
        <p:cNvPr id="1" name=""/>
        <p:cNvGrpSpPr/>
        <p:nvPr/>
      </p:nvGrpSpPr>
      <p:grpSpPr>
        <a:xfrm>
          <a:off x="0" y="0"/>
          <a:ext cx="0" cy="0"/>
          <a:chOff x="0" y="0"/>
          <a:chExt cx="0" cy="0"/>
        </a:xfrm>
      </p:grpSpPr>
      <p:sp>
        <p:nvSpPr>
          <p:cNvPr id="29" name="Title 23"/>
          <p:cNvSpPr>
            <a:spLocks noGrp="1"/>
          </p:cNvSpPr>
          <p:nvPr>
            <p:ph type="title"/>
          </p:nvPr>
        </p:nvSpPr>
        <p:spPr>
          <a:xfrm>
            <a:off x="1981981" y="1989717"/>
            <a:ext cx="25199999" cy="2439236"/>
          </a:xfrm>
          <a:prstGeom prst="rect">
            <a:avLst/>
          </a:prstGeom>
          <a:solidFill>
            <a:schemeClr val="accent1"/>
          </a:solidFill>
        </p:spPr>
        <p:txBody>
          <a:bodyPr lIns="810000" tIns="360000" rIns="810000" bIns="360000" anchor="ctr" anchorCtr="0">
            <a:normAutofit/>
          </a:bodyPr>
          <a:lstStyle>
            <a:lvl1pPr algn="l">
              <a:defRPr sz="8800" b="0" i="0" cap="all" baseline="0">
                <a:solidFill>
                  <a:schemeClr val="bg2"/>
                </a:solidFill>
                <a:effectLst/>
                <a:latin typeface="Calibri"/>
              </a:defRPr>
            </a:lvl1pPr>
          </a:lstStyle>
          <a:p>
            <a:r>
              <a:rPr lang="en-US"/>
              <a:t>Click to edit Master title style</a:t>
            </a:r>
            <a:endParaRPr lang="nl-BE" dirty="0"/>
          </a:p>
        </p:txBody>
      </p:sp>
      <p:sp>
        <p:nvSpPr>
          <p:cNvPr id="8" name="Text Placeholder 7"/>
          <p:cNvSpPr>
            <a:spLocks noGrp="1"/>
          </p:cNvSpPr>
          <p:nvPr>
            <p:ph type="body" sz="quarter" idx="13" hasCustomPrompt="1"/>
          </p:nvPr>
        </p:nvSpPr>
        <p:spPr>
          <a:xfrm>
            <a:off x="1981198" y="4477309"/>
            <a:ext cx="25200782" cy="1558028"/>
          </a:xfrm>
        </p:spPr>
        <p:txBody>
          <a:bodyPr lIns="810000" tIns="360000" rIns="810000" bIns="360000"/>
          <a:lstStyle>
            <a:lvl1pPr>
              <a:defRPr sz="5400" b="1">
                <a:solidFill>
                  <a:schemeClr val="tx1"/>
                </a:solidFill>
              </a:defRPr>
            </a:lvl1pPr>
          </a:lstStyle>
          <a:p>
            <a:pPr lvl="0"/>
            <a:r>
              <a:rPr lang="en-US" dirty="0"/>
              <a:t>Author(s)</a:t>
            </a:r>
          </a:p>
        </p:txBody>
      </p:sp>
      <p:sp>
        <p:nvSpPr>
          <p:cNvPr id="27" name="Content Placeholder 26"/>
          <p:cNvSpPr>
            <a:spLocks noGrp="1"/>
          </p:cNvSpPr>
          <p:nvPr>
            <p:ph sz="quarter" idx="14"/>
          </p:nvPr>
        </p:nvSpPr>
        <p:spPr>
          <a:xfrm>
            <a:off x="1981982" y="7593365"/>
            <a:ext cx="25200000" cy="31831476"/>
          </a:xfrm>
          <a:solidFill>
            <a:schemeClr val="bg1"/>
          </a:solidFill>
        </p:spPr>
        <p:txBody>
          <a:bodyPr lIns="810000" tIns="720000" rIns="810000" bIns="720000"/>
          <a:lstStyle>
            <a:lvl1pPr>
              <a:defRPr lang="en-US" sz="6000" smtClean="0"/>
            </a:lvl1pPr>
            <a:lvl2pPr marL="542925" indent="-542925">
              <a:buFont typeface="Wingdings" panose="05000000000000000000" pitchFamily="2" charset="2"/>
              <a:buChar char="§"/>
              <a:defRPr lang="en-US" sz="5400" smtClean="0"/>
            </a:lvl2pPr>
            <a:lvl3pPr marL="1076325" indent="-533400">
              <a:buFont typeface="Wingdings" panose="05000000000000000000" pitchFamily="2" charset="2"/>
              <a:buChar char="§"/>
              <a:defRPr lang="en-US" sz="5400" smtClean="0"/>
            </a:lvl3pPr>
            <a:lvl4pPr marL="1619250" indent="-542925">
              <a:buFont typeface="Wingdings" panose="05000000000000000000" pitchFamily="2" charset="2"/>
              <a:buChar char="§"/>
              <a:defRPr lang="en-US" sz="5400" smtClean="0"/>
            </a:lvl4pPr>
            <a:lvl5pPr marL="2152650" indent="-533400">
              <a:buFont typeface="Wingdings" panose="05000000000000000000" pitchFamily="2" charset="2"/>
              <a:buChar char="§"/>
              <a:defRPr lang="en-US" sz="5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9" name="Group 26"/>
          <p:cNvGrpSpPr>
            <a:grpSpLocks/>
          </p:cNvGrpSpPr>
          <p:nvPr userDrawn="1"/>
        </p:nvGrpSpPr>
        <p:grpSpPr bwMode="auto">
          <a:xfrm>
            <a:off x="180975" y="180975"/>
            <a:ext cx="28802013" cy="43194288"/>
            <a:chOff x="114" y="114"/>
            <a:chExt cx="18143" cy="27209"/>
          </a:xfrm>
        </p:grpSpPr>
        <p:grpSp>
          <p:nvGrpSpPr>
            <p:cNvPr id="10" name="Group 27"/>
            <p:cNvGrpSpPr>
              <a:grpSpLocks/>
            </p:cNvGrpSpPr>
            <p:nvPr userDrawn="1"/>
          </p:nvGrpSpPr>
          <p:grpSpPr bwMode="auto">
            <a:xfrm>
              <a:off x="114" y="114"/>
              <a:ext cx="317" cy="317"/>
              <a:chOff x="114" y="114"/>
              <a:chExt cx="317" cy="317"/>
            </a:xfrm>
          </p:grpSpPr>
          <p:sp>
            <p:nvSpPr>
              <p:cNvPr id="22" name="Line 28"/>
              <p:cNvSpPr>
                <a:spLocks noChangeShapeType="1"/>
              </p:cNvSpPr>
              <p:nvPr/>
            </p:nvSpPr>
            <p:spPr bwMode="auto">
              <a:xfrm>
                <a:off x="114"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3" name="Line 29"/>
              <p:cNvSpPr>
                <a:spLocks noChangeShapeType="1"/>
              </p:cNvSpPr>
              <p:nvPr/>
            </p:nvSpPr>
            <p:spPr bwMode="auto">
              <a:xfrm>
                <a:off x="204"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1" name="Group 30"/>
            <p:cNvGrpSpPr>
              <a:grpSpLocks/>
            </p:cNvGrpSpPr>
            <p:nvPr userDrawn="1"/>
          </p:nvGrpSpPr>
          <p:grpSpPr bwMode="auto">
            <a:xfrm>
              <a:off x="114" y="114"/>
              <a:ext cx="18143" cy="27209"/>
              <a:chOff x="114" y="114"/>
              <a:chExt cx="18143" cy="27209"/>
            </a:xfrm>
          </p:grpSpPr>
          <p:grpSp>
            <p:nvGrpSpPr>
              <p:cNvPr id="12" name="Group 31"/>
              <p:cNvGrpSpPr>
                <a:grpSpLocks/>
              </p:cNvGrpSpPr>
              <p:nvPr userDrawn="1"/>
            </p:nvGrpSpPr>
            <p:grpSpPr bwMode="auto">
              <a:xfrm>
                <a:off x="17849" y="114"/>
                <a:ext cx="408" cy="317"/>
                <a:chOff x="17849" y="114"/>
                <a:chExt cx="408" cy="317"/>
              </a:xfrm>
            </p:grpSpPr>
            <p:sp>
              <p:nvSpPr>
                <p:cNvPr id="20" name="Line 32"/>
                <p:cNvSpPr>
                  <a:spLocks noChangeShapeType="1"/>
                </p:cNvSpPr>
                <p:nvPr/>
              </p:nvSpPr>
              <p:spPr bwMode="auto">
                <a:xfrm>
                  <a:off x="18257"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1" name="Line 33"/>
                <p:cNvSpPr>
                  <a:spLocks noChangeShapeType="1"/>
                </p:cNvSpPr>
                <p:nvPr/>
              </p:nvSpPr>
              <p:spPr bwMode="auto">
                <a:xfrm>
                  <a:off x="17849"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3" name="Group 34"/>
              <p:cNvGrpSpPr>
                <a:grpSpLocks/>
              </p:cNvGrpSpPr>
              <p:nvPr userDrawn="1"/>
            </p:nvGrpSpPr>
            <p:grpSpPr bwMode="auto">
              <a:xfrm>
                <a:off x="114" y="26966"/>
                <a:ext cx="18143" cy="357"/>
                <a:chOff x="114" y="26966"/>
                <a:chExt cx="18143" cy="357"/>
              </a:xfrm>
            </p:grpSpPr>
            <p:grpSp>
              <p:nvGrpSpPr>
                <p:cNvPr id="14" name="Group 35"/>
                <p:cNvGrpSpPr>
                  <a:grpSpLocks/>
                </p:cNvGrpSpPr>
                <p:nvPr userDrawn="1"/>
              </p:nvGrpSpPr>
              <p:grpSpPr bwMode="auto">
                <a:xfrm>
                  <a:off x="114" y="26966"/>
                  <a:ext cx="345" cy="357"/>
                  <a:chOff x="114" y="26966"/>
                  <a:chExt cx="345" cy="357"/>
                </a:xfrm>
              </p:grpSpPr>
              <p:sp>
                <p:nvSpPr>
                  <p:cNvPr id="18" name="Line 36"/>
                  <p:cNvSpPr>
                    <a:spLocks noChangeShapeType="1"/>
                  </p:cNvSpPr>
                  <p:nvPr/>
                </p:nvSpPr>
                <p:spPr bwMode="auto">
                  <a:xfrm>
                    <a:off x="232"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9" name="Line 37"/>
                  <p:cNvSpPr>
                    <a:spLocks noChangeShapeType="1"/>
                  </p:cNvSpPr>
                  <p:nvPr/>
                </p:nvSpPr>
                <p:spPr bwMode="auto">
                  <a:xfrm>
                    <a:off x="114"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5" name="Group 38"/>
                <p:cNvGrpSpPr>
                  <a:grpSpLocks/>
                </p:cNvGrpSpPr>
                <p:nvPr userDrawn="1"/>
              </p:nvGrpSpPr>
              <p:grpSpPr bwMode="auto">
                <a:xfrm>
                  <a:off x="17877" y="26966"/>
                  <a:ext cx="380" cy="357"/>
                  <a:chOff x="17877" y="26966"/>
                  <a:chExt cx="380" cy="357"/>
                </a:xfrm>
              </p:grpSpPr>
              <p:sp>
                <p:nvSpPr>
                  <p:cNvPr id="16" name="Line 39"/>
                  <p:cNvSpPr>
                    <a:spLocks noChangeShapeType="1"/>
                  </p:cNvSpPr>
                  <p:nvPr/>
                </p:nvSpPr>
                <p:spPr bwMode="auto">
                  <a:xfrm>
                    <a:off x="17877"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7" name="Line 40"/>
                  <p:cNvSpPr>
                    <a:spLocks noChangeShapeType="1"/>
                  </p:cNvSpPr>
                  <p:nvPr/>
                </p:nvSpPr>
                <p:spPr bwMode="auto">
                  <a:xfrm>
                    <a:off x="18257"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grpSp>
      </p:grpSp>
      <p:sp>
        <p:nvSpPr>
          <p:cNvPr id="28" name="Text Placeholder 7"/>
          <p:cNvSpPr>
            <a:spLocks noGrp="1"/>
          </p:cNvSpPr>
          <p:nvPr>
            <p:ph type="body" sz="quarter" idx="15" hasCustomPrompt="1"/>
          </p:nvPr>
        </p:nvSpPr>
        <p:spPr>
          <a:xfrm>
            <a:off x="1981198" y="6035337"/>
            <a:ext cx="25200782" cy="1342584"/>
          </a:xfrm>
        </p:spPr>
        <p:txBody>
          <a:bodyPr lIns="810000" tIns="360000" rIns="810000" bIns="360000"/>
          <a:lstStyle>
            <a:lvl1pPr>
              <a:defRPr sz="4000" b="0" i="1">
                <a:solidFill>
                  <a:schemeClr val="tx1"/>
                </a:solidFill>
              </a:defRPr>
            </a:lvl1pPr>
          </a:lstStyle>
          <a:p>
            <a:pPr lvl="0"/>
            <a:r>
              <a:rPr lang="en-US" dirty="0"/>
              <a:t>Affiliation(s)</a:t>
            </a:r>
          </a:p>
        </p:txBody>
      </p:sp>
      <p:pic>
        <p:nvPicPr>
          <p:cNvPr id="34" name="Picture 33">
            <a:extLst>
              <a:ext uri="{FF2B5EF4-FFF2-40B4-BE49-F238E27FC236}">
                <a16:creationId xmlns:a16="http://schemas.microsoft.com/office/drawing/2014/main" id="{DAE46335-8818-41E0-99F3-EB4C6F2087BC}"/>
              </a:ext>
            </a:extLst>
          </p:cNvPr>
          <p:cNvPicPr>
            <a:picLocks noChangeAspect="1"/>
          </p:cNvPicPr>
          <p:nvPr userDrawn="1"/>
        </p:nvPicPr>
        <p:blipFill>
          <a:blip r:embed="rId2"/>
          <a:srcRect/>
          <a:stretch/>
        </p:blipFill>
        <p:spPr>
          <a:xfrm>
            <a:off x="1043691" y="41801105"/>
            <a:ext cx="4214456" cy="1530000"/>
          </a:xfrm>
          <a:prstGeom prst="rect">
            <a:avLst/>
          </a:prstGeom>
        </p:spPr>
      </p:pic>
      <p:sp>
        <p:nvSpPr>
          <p:cNvPr id="35" name="TextBox 34">
            <a:extLst>
              <a:ext uri="{FF2B5EF4-FFF2-40B4-BE49-F238E27FC236}">
                <a16:creationId xmlns:a16="http://schemas.microsoft.com/office/drawing/2014/main" id="{AE8114CA-0F72-4C46-AC20-95A477EEE5BC}"/>
              </a:ext>
            </a:extLst>
          </p:cNvPr>
          <p:cNvSpPr txBox="1"/>
          <p:nvPr userDrawn="1"/>
        </p:nvSpPr>
        <p:spPr>
          <a:xfrm>
            <a:off x="24305256" y="42083730"/>
            <a:ext cx="3370599" cy="964751"/>
          </a:xfrm>
          <a:prstGeom prst="rect">
            <a:avLst/>
          </a:prstGeom>
          <a:noFill/>
        </p:spPr>
        <p:txBody>
          <a:bodyPr wrap="square" rtlCol="0">
            <a:spAutoFit/>
          </a:bodyPr>
          <a:lstStyle/>
          <a:p>
            <a:pPr algn="r">
              <a:spcBef>
                <a:spcPts val="1417"/>
              </a:spcBef>
            </a:pPr>
            <a:r>
              <a:rPr lang="en-GB" sz="5669" b="1" noProof="1">
                <a:solidFill>
                  <a:schemeClr val="accent1"/>
                </a:solidFill>
              </a:rPr>
              <a:t>vito.be</a:t>
            </a:r>
          </a:p>
        </p:txBody>
      </p:sp>
      <p:pic>
        <p:nvPicPr>
          <p:cNvPr id="37" name="Afbeelding 1">
            <a:extLst>
              <a:ext uri="{FF2B5EF4-FFF2-40B4-BE49-F238E27FC236}">
                <a16:creationId xmlns:a16="http://schemas.microsoft.com/office/drawing/2014/main" id="{769FD711-E50B-40FC-AF77-256E4B5CE3A0}"/>
              </a:ext>
            </a:extLst>
          </p:cNvPr>
          <p:cNvPicPr>
            <a:picLocks noChangeAspect="1"/>
          </p:cNvPicPr>
          <p:nvPr userDrawn="1"/>
        </p:nvPicPr>
        <p:blipFill>
          <a:blip r:embed="rId2"/>
          <a:srcRect/>
          <a:stretch/>
        </p:blipFill>
        <p:spPr>
          <a:xfrm>
            <a:off x="1981981" y="220314"/>
            <a:ext cx="4789619" cy="1738805"/>
          </a:xfrm>
          <a:prstGeom prst="rect">
            <a:avLst/>
          </a:prstGeom>
        </p:spPr>
      </p:pic>
      <p:pic>
        <p:nvPicPr>
          <p:cNvPr id="1026" name="Picture 2"/>
          <p:cNvPicPr>
            <a:picLocks noChangeAspect="1" noChangeArrowheads="1"/>
          </p:cNvPicPr>
          <p:nvPr userDrawn="1"/>
        </p:nvPicPr>
        <p:blipFill>
          <a:blip r:embed="rId3"/>
          <a:srcRect/>
          <a:stretch/>
        </p:blipFill>
        <p:spPr bwMode="auto">
          <a:xfrm>
            <a:off x="6777755" y="339011"/>
            <a:ext cx="1147924" cy="1147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6347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_VITO_remote sensing">
    <p:bg>
      <p:bgPr>
        <a:solidFill>
          <a:schemeClr val="bg1"/>
        </a:solidFill>
        <a:effectLst/>
      </p:bgPr>
    </p:bg>
    <p:spTree>
      <p:nvGrpSpPr>
        <p:cNvPr id="1" name=""/>
        <p:cNvGrpSpPr/>
        <p:nvPr/>
      </p:nvGrpSpPr>
      <p:grpSpPr>
        <a:xfrm>
          <a:off x="0" y="0"/>
          <a:ext cx="0" cy="0"/>
          <a:chOff x="0" y="0"/>
          <a:chExt cx="0" cy="0"/>
        </a:xfrm>
      </p:grpSpPr>
      <p:sp>
        <p:nvSpPr>
          <p:cNvPr id="29" name="Title 23"/>
          <p:cNvSpPr>
            <a:spLocks noGrp="1"/>
          </p:cNvSpPr>
          <p:nvPr>
            <p:ph type="title"/>
          </p:nvPr>
        </p:nvSpPr>
        <p:spPr>
          <a:xfrm>
            <a:off x="1981981" y="1989717"/>
            <a:ext cx="25199999" cy="2439236"/>
          </a:xfrm>
          <a:prstGeom prst="rect">
            <a:avLst/>
          </a:prstGeom>
          <a:solidFill>
            <a:schemeClr val="accent1"/>
          </a:solidFill>
        </p:spPr>
        <p:txBody>
          <a:bodyPr lIns="810000" tIns="360000" rIns="810000" bIns="360000" anchor="ctr" anchorCtr="0">
            <a:normAutofit/>
          </a:bodyPr>
          <a:lstStyle>
            <a:lvl1pPr algn="l">
              <a:defRPr sz="8800" b="0" i="0" cap="all" baseline="0">
                <a:solidFill>
                  <a:schemeClr val="bg2"/>
                </a:solidFill>
                <a:effectLst/>
                <a:latin typeface="Calibri"/>
              </a:defRPr>
            </a:lvl1pPr>
          </a:lstStyle>
          <a:p>
            <a:r>
              <a:rPr lang="en-US"/>
              <a:t>Click to edit Master title style</a:t>
            </a:r>
            <a:endParaRPr lang="nl-BE" dirty="0"/>
          </a:p>
        </p:txBody>
      </p:sp>
      <p:sp>
        <p:nvSpPr>
          <p:cNvPr id="8" name="Text Placeholder 7"/>
          <p:cNvSpPr>
            <a:spLocks noGrp="1"/>
          </p:cNvSpPr>
          <p:nvPr>
            <p:ph type="body" sz="quarter" idx="13" hasCustomPrompt="1"/>
          </p:nvPr>
        </p:nvSpPr>
        <p:spPr>
          <a:xfrm>
            <a:off x="1981198" y="4477309"/>
            <a:ext cx="25200782" cy="1558028"/>
          </a:xfrm>
        </p:spPr>
        <p:txBody>
          <a:bodyPr lIns="810000" tIns="360000" rIns="810000" bIns="360000"/>
          <a:lstStyle>
            <a:lvl1pPr>
              <a:defRPr sz="5400" b="1">
                <a:solidFill>
                  <a:schemeClr val="tx1"/>
                </a:solidFill>
              </a:defRPr>
            </a:lvl1pPr>
          </a:lstStyle>
          <a:p>
            <a:pPr lvl="0"/>
            <a:r>
              <a:rPr lang="en-US" dirty="0"/>
              <a:t>Author(s)</a:t>
            </a:r>
          </a:p>
        </p:txBody>
      </p:sp>
      <p:sp>
        <p:nvSpPr>
          <p:cNvPr id="27" name="Content Placeholder 26"/>
          <p:cNvSpPr>
            <a:spLocks noGrp="1"/>
          </p:cNvSpPr>
          <p:nvPr>
            <p:ph sz="quarter" idx="14"/>
          </p:nvPr>
        </p:nvSpPr>
        <p:spPr>
          <a:xfrm>
            <a:off x="1981982" y="7593365"/>
            <a:ext cx="25200000" cy="31831476"/>
          </a:xfrm>
          <a:solidFill>
            <a:schemeClr val="bg1"/>
          </a:solidFill>
        </p:spPr>
        <p:txBody>
          <a:bodyPr lIns="810000" tIns="720000" rIns="810000" bIns="720000"/>
          <a:lstStyle>
            <a:lvl1pPr>
              <a:defRPr lang="en-US" sz="6000" smtClean="0"/>
            </a:lvl1pPr>
            <a:lvl2pPr marL="542925" indent="-542925">
              <a:buFont typeface="Wingdings" panose="05000000000000000000" pitchFamily="2" charset="2"/>
              <a:buChar char="§"/>
              <a:defRPr lang="en-US" sz="5400" smtClean="0"/>
            </a:lvl2pPr>
            <a:lvl3pPr marL="1076325" indent="-533400">
              <a:buFont typeface="Wingdings" panose="05000000000000000000" pitchFamily="2" charset="2"/>
              <a:buChar char="§"/>
              <a:defRPr lang="en-US" sz="5400" smtClean="0"/>
            </a:lvl3pPr>
            <a:lvl4pPr marL="1619250" indent="-542925">
              <a:buFont typeface="Wingdings" panose="05000000000000000000" pitchFamily="2" charset="2"/>
              <a:buChar char="§"/>
              <a:defRPr lang="en-US" sz="5400" smtClean="0"/>
            </a:lvl4pPr>
            <a:lvl5pPr marL="2152650" indent="-533400">
              <a:buFont typeface="Wingdings" panose="05000000000000000000" pitchFamily="2" charset="2"/>
              <a:buChar char="§"/>
              <a:defRPr lang="en-US" sz="5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9" name="Group 26"/>
          <p:cNvGrpSpPr>
            <a:grpSpLocks/>
          </p:cNvGrpSpPr>
          <p:nvPr userDrawn="1"/>
        </p:nvGrpSpPr>
        <p:grpSpPr bwMode="auto">
          <a:xfrm>
            <a:off x="180975" y="180975"/>
            <a:ext cx="28802013" cy="43194288"/>
            <a:chOff x="114" y="114"/>
            <a:chExt cx="18143" cy="27209"/>
          </a:xfrm>
        </p:grpSpPr>
        <p:grpSp>
          <p:nvGrpSpPr>
            <p:cNvPr id="10" name="Group 27"/>
            <p:cNvGrpSpPr>
              <a:grpSpLocks/>
            </p:cNvGrpSpPr>
            <p:nvPr userDrawn="1"/>
          </p:nvGrpSpPr>
          <p:grpSpPr bwMode="auto">
            <a:xfrm>
              <a:off x="114" y="114"/>
              <a:ext cx="317" cy="317"/>
              <a:chOff x="114" y="114"/>
              <a:chExt cx="317" cy="317"/>
            </a:xfrm>
          </p:grpSpPr>
          <p:sp>
            <p:nvSpPr>
              <p:cNvPr id="22" name="Line 28"/>
              <p:cNvSpPr>
                <a:spLocks noChangeShapeType="1"/>
              </p:cNvSpPr>
              <p:nvPr/>
            </p:nvSpPr>
            <p:spPr bwMode="auto">
              <a:xfrm>
                <a:off x="114"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3" name="Line 29"/>
              <p:cNvSpPr>
                <a:spLocks noChangeShapeType="1"/>
              </p:cNvSpPr>
              <p:nvPr/>
            </p:nvSpPr>
            <p:spPr bwMode="auto">
              <a:xfrm>
                <a:off x="204"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1" name="Group 30"/>
            <p:cNvGrpSpPr>
              <a:grpSpLocks/>
            </p:cNvGrpSpPr>
            <p:nvPr userDrawn="1"/>
          </p:nvGrpSpPr>
          <p:grpSpPr bwMode="auto">
            <a:xfrm>
              <a:off x="114" y="114"/>
              <a:ext cx="18143" cy="27209"/>
              <a:chOff x="114" y="114"/>
              <a:chExt cx="18143" cy="27209"/>
            </a:xfrm>
          </p:grpSpPr>
          <p:grpSp>
            <p:nvGrpSpPr>
              <p:cNvPr id="12" name="Group 31"/>
              <p:cNvGrpSpPr>
                <a:grpSpLocks/>
              </p:cNvGrpSpPr>
              <p:nvPr userDrawn="1"/>
            </p:nvGrpSpPr>
            <p:grpSpPr bwMode="auto">
              <a:xfrm>
                <a:off x="17849" y="114"/>
                <a:ext cx="408" cy="317"/>
                <a:chOff x="17849" y="114"/>
                <a:chExt cx="408" cy="317"/>
              </a:xfrm>
            </p:grpSpPr>
            <p:sp>
              <p:nvSpPr>
                <p:cNvPr id="20" name="Line 32"/>
                <p:cNvSpPr>
                  <a:spLocks noChangeShapeType="1"/>
                </p:cNvSpPr>
                <p:nvPr/>
              </p:nvSpPr>
              <p:spPr bwMode="auto">
                <a:xfrm>
                  <a:off x="18257"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1" name="Line 33"/>
                <p:cNvSpPr>
                  <a:spLocks noChangeShapeType="1"/>
                </p:cNvSpPr>
                <p:nvPr/>
              </p:nvSpPr>
              <p:spPr bwMode="auto">
                <a:xfrm>
                  <a:off x="17849"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3" name="Group 34"/>
              <p:cNvGrpSpPr>
                <a:grpSpLocks/>
              </p:cNvGrpSpPr>
              <p:nvPr userDrawn="1"/>
            </p:nvGrpSpPr>
            <p:grpSpPr bwMode="auto">
              <a:xfrm>
                <a:off x="114" y="26966"/>
                <a:ext cx="18143" cy="357"/>
                <a:chOff x="114" y="26966"/>
                <a:chExt cx="18143" cy="357"/>
              </a:xfrm>
            </p:grpSpPr>
            <p:grpSp>
              <p:nvGrpSpPr>
                <p:cNvPr id="14" name="Group 35"/>
                <p:cNvGrpSpPr>
                  <a:grpSpLocks/>
                </p:cNvGrpSpPr>
                <p:nvPr userDrawn="1"/>
              </p:nvGrpSpPr>
              <p:grpSpPr bwMode="auto">
                <a:xfrm>
                  <a:off x="114" y="26966"/>
                  <a:ext cx="345" cy="357"/>
                  <a:chOff x="114" y="26966"/>
                  <a:chExt cx="345" cy="357"/>
                </a:xfrm>
              </p:grpSpPr>
              <p:sp>
                <p:nvSpPr>
                  <p:cNvPr id="18" name="Line 36"/>
                  <p:cNvSpPr>
                    <a:spLocks noChangeShapeType="1"/>
                  </p:cNvSpPr>
                  <p:nvPr/>
                </p:nvSpPr>
                <p:spPr bwMode="auto">
                  <a:xfrm>
                    <a:off x="232"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9" name="Line 37"/>
                  <p:cNvSpPr>
                    <a:spLocks noChangeShapeType="1"/>
                  </p:cNvSpPr>
                  <p:nvPr/>
                </p:nvSpPr>
                <p:spPr bwMode="auto">
                  <a:xfrm>
                    <a:off x="114"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5" name="Group 38"/>
                <p:cNvGrpSpPr>
                  <a:grpSpLocks/>
                </p:cNvGrpSpPr>
                <p:nvPr userDrawn="1"/>
              </p:nvGrpSpPr>
              <p:grpSpPr bwMode="auto">
                <a:xfrm>
                  <a:off x="17877" y="26966"/>
                  <a:ext cx="380" cy="357"/>
                  <a:chOff x="17877" y="26966"/>
                  <a:chExt cx="380" cy="357"/>
                </a:xfrm>
              </p:grpSpPr>
              <p:sp>
                <p:nvSpPr>
                  <p:cNvPr id="16" name="Line 39"/>
                  <p:cNvSpPr>
                    <a:spLocks noChangeShapeType="1"/>
                  </p:cNvSpPr>
                  <p:nvPr/>
                </p:nvSpPr>
                <p:spPr bwMode="auto">
                  <a:xfrm>
                    <a:off x="17877"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7" name="Line 40"/>
                  <p:cNvSpPr>
                    <a:spLocks noChangeShapeType="1"/>
                  </p:cNvSpPr>
                  <p:nvPr/>
                </p:nvSpPr>
                <p:spPr bwMode="auto">
                  <a:xfrm>
                    <a:off x="18257"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grpSp>
      </p:grpSp>
      <p:sp>
        <p:nvSpPr>
          <p:cNvPr id="28" name="Text Placeholder 7"/>
          <p:cNvSpPr>
            <a:spLocks noGrp="1"/>
          </p:cNvSpPr>
          <p:nvPr>
            <p:ph type="body" sz="quarter" idx="15" hasCustomPrompt="1"/>
          </p:nvPr>
        </p:nvSpPr>
        <p:spPr>
          <a:xfrm>
            <a:off x="1981198" y="6035337"/>
            <a:ext cx="25200782" cy="1342584"/>
          </a:xfrm>
        </p:spPr>
        <p:txBody>
          <a:bodyPr lIns="810000" tIns="360000" rIns="810000" bIns="360000"/>
          <a:lstStyle>
            <a:lvl1pPr>
              <a:defRPr sz="4000" b="0" i="1">
                <a:solidFill>
                  <a:schemeClr val="tx1"/>
                </a:solidFill>
              </a:defRPr>
            </a:lvl1pPr>
          </a:lstStyle>
          <a:p>
            <a:pPr lvl="0"/>
            <a:r>
              <a:rPr lang="en-US" dirty="0"/>
              <a:t>Affiliation(s)</a:t>
            </a:r>
          </a:p>
        </p:txBody>
      </p:sp>
      <p:pic>
        <p:nvPicPr>
          <p:cNvPr id="34" name="Picture 33">
            <a:extLst>
              <a:ext uri="{FF2B5EF4-FFF2-40B4-BE49-F238E27FC236}">
                <a16:creationId xmlns:a16="http://schemas.microsoft.com/office/drawing/2014/main" id="{DAE46335-8818-41E0-99F3-EB4C6F2087BC}"/>
              </a:ext>
            </a:extLst>
          </p:cNvPr>
          <p:cNvPicPr>
            <a:picLocks noChangeAspect="1"/>
          </p:cNvPicPr>
          <p:nvPr userDrawn="1"/>
        </p:nvPicPr>
        <p:blipFill>
          <a:blip r:embed="rId2"/>
          <a:srcRect/>
          <a:stretch/>
        </p:blipFill>
        <p:spPr>
          <a:xfrm>
            <a:off x="1043691" y="41801105"/>
            <a:ext cx="4214456" cy="1530000"/>
          </a:xfrm>
          <a:prstGeom prst="rect">
            <a:avLst/>
          </a:prstGeom>
        </p:spPr>
      </p:pic>
      <p:sp>
        <p:nvSpPr>
          <p:cNvPr id="35" name="TextBox 34">
            <a:extLst>
              <a:ext uri="{FF2B5EF4-FFF2-40B4-BE49-F238E27FC236}">
                <a16:creationId xmlns:a16="http://schemas.microsoft.com/office/drawing/2014/main" id="{AE8114CA-0F72-4C46-AC20-95A477EEE5BC}"/>
              </a:ext>
            </a:extLst>
          </p:cNvPr>
          <p:cNvSpPr txBox="1"/>
          <p:nvPr userDrawn="1"/>
        </p:nvSpPr>
        <p:spPr>
          <a:xfrm>
            <a:off x="24305256" y="42083730"/>
            <a:ext cx="3370599" cy="964751"/>
          </a:xfrm>
          <a:prstGeom prst="rect">
            <a:avLst/>
          </a:prstGeom>
          <a:noFill/>
        </p:spPr>
        <p:txBody>
          <a:bodyPr wrap="square" rtlCol="0">
            <a:spAutoFit/>
          </a:bodyPr>
          <a:lstStyle/>
          <a:p>
            <a:pPr algn="r">
              <a:spcBef>
                <a:spcPts val="1417"/>
              </a:spcBef>
            </a:pPr>
            <a:r>
              <a:rPr lang="en-GB" sz="5669" b="1" noProof="1">
                <a:solidFill>
                  <a:schemeClr val="accent1"/>
                </a:solidFill>
              </a:rPr>
              <a:t>vito.be</a:t>
            </a:r>
          </a:p>
        </p:txBody>
      </p:sp>
      <p:pic>
        <p:nvPicPr>
          <p:cNvPr id="37" name="Afbeelding 1">
            <a:extLst>
              <a:ext uri="{FF2B5EF4-FFF2-40B4-BE49-F238E27FC236}">
                <a16:creationId xmlns:a16="http://schemas.microsoft.com/office/drawing/2014/main" id="{769FD711-E50B-40FC-AF77-256E4B5CE3A0}"/>
              </a:ext>
            </a:extLst>
          </p:cNvPr>
          <p:cNvPicPr>
            <a:picLocks noChangeAspect="1"/>
          </p:cNvPicPr>
          <p:nvPr userDrawn="1"/>
        </p:nvPicPr>
        <p:blipFill>
          <a:blip r:embed="rId2"/>
          <a:srcRect/>
          <a:stretch/>
        </p:blipFill>
        <p:spPr>
          <a:xfrm>
            <a:off x="1981981" y="220314"/>
            <a:ext cx="4789619" cy="1738805"/>
          </a:xfrm>
          <a:prstGeom prst="rect">
            <a:avLst/>
          </a:prstGeom>
        </p:spPr>
      </p:pic>
      <p:pic>
        <p:nvPicPr>
          <p:cNvPr id="1026" name="Picture 2"/>
          <p:cNvPicPr>
            <a:picLocks noChangeAspect="1" noChangeArrowheads="1"/>
          </p:cNvPicPr>
          <p:nvPr userDrawn="1"/>
        </p:nvPicPr>
        <p:blipFill>
          <a:blip r:embed="rId3"/>
          <a:srcRect/>
          <a:stretch/>
        </p:blipFill>
        <p:spPr bwMode="auto">
          <a:xfrm>
            <a:off x="6777755" y="339011"/>
            <a:ext cx="1147924" cy="1147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4067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_VITO_land">
    <p:bg>
      <p:bgPr>
        <a:solidFill>
          <a:schemeClr val="bg1"/>
        </a:solidFill>
        <a:effectLst/>
      </p:bgPr>
    </p:bg>
    <p:spTree>
      <p:nvGrpSpPr>
        <p:cNvPr id="1" name=""/>
        <p:cNvGrpSpPr/>
        <p:nvPr/>
      </p:nvGrpSpPr>
      <p:grpSpPr>
        <a:xfrm>
          <a:off x="0" y="0"/>
          <a:ext cx="0" cy="0"/>
          <a:chOff x="0" y="0"/>
          <a:chExt cx="0" cy="0"/>
        </a:xfrm>
      </p:grpSpPr>
      <p:sp>
        <p:nvSpPr>
          <p:cNvPr id="29" name="Title 23"/>
          <p:cNvSpPr>
            <a:spLocks noGrp="1"/>
          </p:cNvSpPr>
          <p:nvPr>
            <p:ph type="title"/>
          </p:nvPr>
        </p:nvSpPr>
        <p:spPr>
          <a:xfrm>
            <a:off x="1981981" y="1989717"/>
            <a:ext cx="25199999" cy="2439236"/>
          </a:xfrm>
          <a:prstGeom prst="rect">
            <a:avLst/>
          </a:prstGeom>
          <a:solidFill>
            <a:schemeClr val="accent1"/>
          </a:solidFill>
        </p:spPr>
        <p:txBody>
          <a:bodyPr lIns="810000" tIns="360000" rIns="810000" bIns="360000" anchor="ctr" anchorCtr="0">
            <a:normAutofit/>
          </a:bodyPr>
          <a:lstStyle>
            <a:lvl1pPr algn="l">
              <a:defRPr sz="8800" b="0" i="0" cap="all" baseline="0">
                <a:solidFill>
                  <a:schemeClr val="bg2"/>
                </a:solidFill>
                <a:effectLst/>
                <a:latin typeface="Calibri"/>
              </a:defRPr>
            </a:lvl1pPr>
          </a:lstStyle>
          <a:p>
            <a:r>
              <a:rPr lang="en-US"/>
              <a:t>Click to edit Master title style</a:t>
            </a:r>
            <a:endParaRPr lang="nl-BE" dirty="0"/>
          </a:p>
        </p:txBody>
      </p:sp>
      <p:sp>
        <p:nvSpPr>
          <p:cNvPr id="8" name="Text Placeholder 7"/>
          <p:cNvSpPr>
            <a:spLocks noGrp="1"/>
          </p:cNvSpPr>
          <p:nvPr>
            <p:ph type="body" sz="quarter" idx="13" hasCustomPrompt="1"/>
          </p:nvPr>
        </p:nvSpPr>
        <p:spPr>
          <a:xfrm>
            <a:off x="1981198" y="4477309"/>
            <a:ext cx="25200782" cy="1558028"/>
          </a:xfrm>
        </p:spPr>
        <p:txBody>
          <a:bodyPr lIns="810000" tIns="360000" rIns="810000" bIns="360000"/>
          <a:lstStyle>
            <a:lvl1pPr>
              <a:defRPr sz="5400" b="1">
                <a:solidFill>
                  <a:schemeClr val="tx1"/>
                </a:solidFill>
              </a:defRPr>
            </a:lvl1pPr>
          </a:lstStyle>
          <a:p>
            <a:pPr lvl="0"/>
            <a:r>
              <a:rPr lang="en-US" dirty="0"/>
              <a:t>Author(s)</a:t>
            </a:r>
          </a:p>
        </p:txBody>
      </p:sp>
      <p:sp>
        <p:nvSpPr>
          <p:cNvPr id="27" name="Content Placeholder 26"/>
          <p:cNvSpPr>
            <a:spLocks noGrp="1"/>
          </p:cNvSpPr>
          <p:nvPr>
            <p:ph sz="quarter" idx="14"/>
          </p:nvPr>
        </p:nvSpPr>
        <p:spPr>
          <a:xfrm>
            <a:off x="1981982" y="7593365"/>
            <a:ext cx="25200000" cy="31831476"/>
          </a:xfrm>
          <a:solidFill>
            <a:schemeClr val="bg1"/>
          </a:solidFill>
        </p:spPr>
        <p:txBody>
          <a:bodyPr lIns="810000" tIns="720000" rIns="810000" bIns="720000"/>
          <a:lstStyle>
            <a:lvl1pPr>
              <a:defRPr lang="en-US" sz="6000" smtClean="0"/>
            </a:lvl1pPr>
            <a:lvl2pPr marL="542925" indent="-542925">
              <a:buFont typeface="Wingdings" panose="05000000000000000000" pitchFamily="2" charset="2"/>
              <a:buChar char="§"/>
              <a:defRPr lang="en-US" sz="5400" smtClean="0"/>
            </a:lvl2pPr>
            <a:lvl3pPr marL="1076325" indent="-533400">
              <a:buFont typeface="Wingdings" panose="05000000000000000000" pitchFamily="2" charset="2"/>
              <a:buChar char="§"/>
              <a:defRPr lang="en-US" sz="5400" smtClean="0"/>
            </a:lvl3pPr>
            <a:lvl4pPr marL="1619250" indent="-542925">
              <a:buFont typeface="Wingdings" panose="05000000000000000000" pitchFamily="2" charset="2"/>
              <a:buChar char="§"/>
              <a:defRPr lang="en-US" sz="5400" smtClean="0"/>
            </a:lvl4pPr>
            <a:lvl5pPr marL="2152650" indent="-533400">
              <a:buFont typeface="Wingdings" panose="05000000000000000000" pitchFamily="2" charset="2"/>
              <a:buChar char="§"/>
              <a:defRPr lang="en-US" sz="5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9" name="Group 26"/>
          <p:cNvGrpSpPr>
            <a:grpSpLocks/>
          </p:cNvGrpSpPr>
          <p:nvPr userDrawn="1"/>
        </p:nvGrpSpPr>
        <p:grpSpPr bwMode="auto">
          <a:xfrm>
            <a:off x="180975" y="180975"/>
            <a:ext cx="28802013" cy="43194288"/>
            <a:chOff x="114" y="114"/>
            <a:chExt cx="18143" cy="27209"/>
          </a:xfrm>
        </p:grpSpPr>
        <p:grpSp>
          <p:nvGrpSpPr>
            <p:cNvPr id="10" name="Group 27"/>
            <p:cNvGrpSpPr>
              <a:grpSpLocks/>
            </p:cNvGrpSpPr>
            <p:nvPr userDrawn="1"/>
          </p:nvGrpSpPr>
          <p:grpSpPr bwMode="auto">
            <a:xfrm>
              <a:off x="114" y="114"/>
              <a:ext cx="317" cy="317"/>
              <a:chOff x="114" y="114"/>
              <a:chExt cx="317" cy="317"/>
            </a:xfrm>
          </p:grpSpPr>
          <p:sp>
            <p:nvSpPr>
              <p:cNvPr id="22" name="Line 28"/>
              <p:cNvSpPr>
                <a:spLocks noChangeShapeType="1"/>
              </p:cNvSpPr>
              <p:nvPr/>
            </p:nvSpPr>
            <p:spPr bwMode="auto">
              <a:xfrm>
                <a:off x="114"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3" name="Line 29"/>
              <p:cNvSpPr>
                <a:spLocks noChangeShapeType="1"/>
              </p:cNvSpPr>
              <p:nvPr/>
            </p:nvSpPr>
            <p:spPr bwMode="auto">
              <a:xfrm>
                <a:off x="204"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1" name="Group 30"/>
            <p:cNvGrpSpPr>
              <a:grpSpLocks/>
            </p:cNvGrpSpPr>
            <p:nvPr userDrawn="1"/>
          </p:nvGrpSpPr>
          <p:grpSpPr bwMode="auto">
            <a:xfrm>
              <a:off x="114" y="114"/>
              <a:ext cx="18143" cy="27209"/>
              <a:chOff x="114" y="114"/>
              <a:chExt cx="18143" cy="27209"/>
            </a:xfrm>
          </p:grpSpPr>
          <p:grpSp>
            <p:nvGrpSpPr>
              <p:cNvPr id="12" name="Group 31"/>
              <p:cNvGrpSpPr>
                <a:grpSpLocks/>
              </p:cNvGrpSpPr>
              <p:nvPr userDrawn="1"/>
            </p:nvGrpSpPr>
            <p:grpSpPr bwMode="auto">
              <a:xfrm>
                <a:off x="17849" y="114"/>
                <a:ext cx="408" cy="317"/>
                <a:chOff x="17849" y="114"/>
                <a:chExt cx="408" cy="317"/>
              </a:xfrm>
            </p:grpSpPr>
            <p:sp>
              <p:nvSpPr>
                <p:cNvPr id="20" name="Line 32"/>
                <p:cNvSpPr>
                  <a:spLocks noChangeShapeType="1"/>
                </p:cNvSpPr>
                <p:nvPr/>
              </p:nvSpPr>
              <p:spPr bwMode="auto">
                <a:xfrm>
                  <a:off x="18257"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1" name="Line 33"/>
                <p:cNvSpPr>
                  <a:spLocks noChangeShapeType="1"/>
                </p:cNvSpPr>
                <p:nvPr/>
              </p:nvSpPr>
              <p:spPr bwMode="auto">
                <a:xfrm>
                  <a:off x="17849"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3" name="Group 34"/>
              <p:cNvGrpSpPr>
                <a:grpSpLocks/>
              </p:cNvGrpSpPr>
              <p:nvPr userDrawn="1"/>
            </p:nvGrpSpPr>
            <p:grpSpPr bwMode="auto">
              <a:xfrm>
                <a:off x="114" y="26966"/>
                <a:ext cx="18143" cy="357"/>
                <a:chOff x="114" y="26966"/>
                <a:chExt cx="18143" cy="357"/>
              </a:xfrm>
            </p:grpSpPr>
            <p:grpSp>
              <p:nvGrpSpPr>
                <p:cNvPr id="14" name="Group 35"/>
                <p:cNvGrpSpPr>
                  <a:grpSpLocks/>
                </p:cNvGrpSpPr>
                <p:nvPr userDrawn="1"/>
              </p:nvGrpSpPr>
              <p:grpSpPr bwMode="auto">
                <a:xfrm>
                  <a:off x="114" y="26966"/>
                  <a:ext cx="345" cy="357"/>
                  <a:chOff x="114" y="26966"/>
                  <a:chExt cx="345" cy="357"/>
                </a:xfrm>
              </p:grpSpPr>
              <p:sp>
                <p:nvSpPr>
                  <p:cNvPr id="18" name="Line 36"/>
                  <p:cNvSpPr>
                    <a:spLocks noChangeShapeType="1"/>
                  </p:cNvSpPr>
                  <p:nvPr/>
                </p:nvSpPr>
                <p:spPr bwMode="auto">
                  <a:xfrm>
                    <a:off x="232"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9" name="Line 37"/>
                  <p:cNvSpPr>
                    <a:spLocks noChangeShapeType="1"/>
                  </p:cNvSpPr>
                  <p:nvPr/>
                </p:nvSpPr>
                <p:spPr bwMode="auto">
                  <a:xfrm>
                    <a:off x="114"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5" name="Group 38"/>
                <p:cNvGrpSpPr>
                  <a:grpSpLocks/>
                </p:cNvGrpSpPr>
                <p:nvPr userDrawn="1"/>
              </p:nvGrpSpPr>
              <p:grpSpPr bwMode="auto">
                <a:xfrm>
                  <a:off x="17877" y="26966"/>
                  <a:ext cx="380" cy="357"/>
                  <a:chOff x="17877" y="26966"/>
                  <a:chExt cx="380" cy="357"/>
                </a:xfrm>
              </p:grpSpPr>
              <p:sp>
                <p:nvSpPr>
                  <p:cNvPr id="16" name="Line 39"/>
                  <p:cNvSpPr>
                    <a:spLocks noChangeShapeType="1"/>
                  </p:cNvSpPr>
                  <p:nvPr/>
                </p:nvSpPr>
                <p:spPr bwMode="auto">
                  <a:xfrm>
                    <a:off x="17877"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7" name="Line 40"/>
                  <p:cNvSpPr>
                    <a:spLocks noChangeShapeType="1"/>
                  </p:cNvSpPr>
                  <p:nvPr/>
                </p:nvSpPr>
                <p:spPr bwMode="auto">
                  <a:xfrm>
                    <a:off x="18257"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grpSp>
      </p:grpSp>
      <p:sp>
        <p:nvSpPr>
          <p:cNvPr id="28" name="Text Placeholder 7"/>
          <p:cNvSpPr>
            <a:spLocks noGrp="1"/>
          </p:cNvSpPr>
          <p:nvPr>
            <p:ph type="body" sz="quarter" idx="15" hasCustomPrompt="1"/>
          </p:nvPr>
        </p:nvSpPr>
        <p:spPr>
          <a:xfrm>
            <a:off x="1981198" y="6035337"/>
            <a:ext cx="25200782" cy="1342584"/>
          </a:xfrm>
        </p:spPr>
        <p:txBody>
          <a:bodyPr lIns="810000" tIns="360000" rIns="810000" bIns="360000"/>
          <a:lstStyle>
            <a:lvl1pPr>
              <a:defRPr sz="4000" b="0" i="1">
                <a:solidFill>
                  <a:schemeClr val="tx1"/>
                </a:solidFill>
              </a:defRPr>
            </a:lvl1pPr>
          </a:lstStyle>
          <a:p>
            <a:pPr lvl="0"/>
            <a:r>
              <a:rPr lang="en-US" dirty="0"/>
              <a:t>Affiliation(s)</a:t>
            </a:r>
          </a:p>
        </p:txBody>
      </p:sp>
      <p:pic>
        <p:nvPicPr>
          <p:cNvPr id="34" name="Picture 33">
            <a:extLst>
              <a:ext uri="{FF2B5EF4-FFF2-40B4-BE49-F238E27FC236}">
                <a16:creationId xmlns:a16="http://schemas.microsoft.com/office/drawing/2014/main" id="{DAE46335-8818-41E0-99F3-EB4C6F2087BC}"/>
              </a:ext>
            </a:extLst>
          </p:cNvPr>
          <p:cNvPicPr>
            <a:picLocks noChangeAspect="1"/>
          </p:cNvPicPr>
          <p:nvPr userDrawn="1"/>
        </p:nvPicPr>
        <p:blipFill>
          <a:blip r:embed="rId2"/>
          <a:srcRect/>
          <a:stretch/>
        </p:blipFill>
        <p:spPr>
          <a:xfrm>
            <a:off x="1043691" y="41801105"/>
            <a:ext cx="4214456" cy="1530000"/>
          </a:xfrm>
          <a:prstGeom prst="rect">
            <a:avLst/>
          </a:prstGeom>
        </p:spPr>
      </p:pic>
      <p:sp>
        <p:nvSpPr>
          <p:cNvPr id="35" name="TextBox 34">
            <a:extLst>
              <a:ext uri="{FF2B5EF4-FFF2-40B4-BE49-F238E27FC236}">
                <a16:creationId xmlns:a16="http://schemas.microsoft.com/office/drawing/2014/main" id="{AE8114CA-0F72-4C46-AC20-95A477EEE5BC}"/>
              </a:ext>
            </a:extLst>
          </p:cNvPr>
          <p:cNvSpPr txBox="1"/>
          <p:nvPr userDrawn="1"/>
        </p:nvSpPr>
        <p:spPr>
          <a:xfrm>
            <a:off x="24305256" y="42083730"/>
            <a:ext cx="3370599" cy="964751"/>
          </a:xfrm>
          <a:prstGeom prst="rect">
            <a:avLst/>
          </a:prstGeom>
          <a:noFill/>
        </p:spPr>
        <p:txBody>
          <a:bodyPr wrap="square" rtlCol="0">
            <a:spAutoFit/>
          </a:bodyPr>
          <a:lstStyle/>
          <a:p>
            <a:pPr algn="r">
              <a:spcBef>
                <a:spcPts val="1417"/>
              </a:spcBef>
            </a:pPr>
            <a:r>
              <a:rPr lang="en-GB" sz="5669" b="1" noProof="1">
                <a:solidFill>
                  <a:schemeClr val="accent1"/>
                </a:solidFill>
              </a:rPr>
              <a:t>vito.be</a:t>
            </a:r>
          </a:p>
        </p:txBody>
      </p:sp>
      <p:pic>
        <p:nvPicPr>
          <p:cNvPr id="37" name="Afbeelding 1">
            <a:extLst>
              <a:ext uri="{FF2B5EF4-FFF2-40B4-BE49-F238E27FC236}">
                <a16:creationId xmlns:a16="http://schemas.microsoft.com/office/drawing/2014/main" id="{769FD711-E50B-40FC-AF77-256E4B5CE3A0}"/>
              </a:ext>
            </a:extLst>
          </p:cNvPr>
          <p:cNvPicPr>
            <a:picLocks noChangeAspect="1"/>
          </p:cNvPicPr>
          <p:nvPr userDrawn="1"/>
        </p:nvPicPr>
        <p:blipFill>
          <a:blip r:embed="rId2"/>
          <a:srcRect/>
          <a:stretch/>
        </p:blipFill>
        <p:spPr>
          <a:xfrm>
            <a:off x="1981981" y="220314"/>
            <a:ext cx="4789619" cy="1738805"/>
          </a:xfrm>
          <a:prstGeom prst="rect">
            <a:avLst/>
          </a:prstGeom>
        </p:spPr>
      </p:pic>
      <p:pic>
        <p:nvPicPr>
          <p:cNvPr id="1026" name="Picture 2"/>
          <p:cNvPicPr>
            <a:picLocks noChangeAspect="1" noChangeArrowheads="1"/>
          </p:cNvPicPr>
          <p:nvPr userDrawn="1"/>
        </p:nvPicPr>
        <p:blipFill>
          <a:blip r:embed="rId3"/>
          <a:srcRect/>
          <a:stretch/>
        </p:blipFill>
        <p:spPr bwMode="auto">
          <a:xfrm>
            <a:off x="6777755" y="339011"/>
            <a:ext cx="1147924" cy="1147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691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_VITO_air">
    <p:bg>
      <p:bgPr>
        <a:solidFill>
          <a:schemeClr val="bg1"/>
        </a:solidFill>
        <a:effectLst/>
      </p:bgPr>
    </p:bg>
    <p:spTree>
      <p:nvGrpSpPr>
        <p:cNvPr id="1" name=""/>
        <p:cNvGrpSpPr/>
        <p:nvPr/>
      </p:nvGrpSpPr>
      <p:grpSpPr>
        <a:xfrm>
          <a:off x="0" y="0"/>
          <a:ext cx="0" cy="0"/>
          <a:chOff x="0" y="0"/>
          <a:chExt cx="0" cy="0"/>
        </a:xfrm>
      </p:grpSpPr>
      <p:sp>
        <p:nvSpPr>
          <p:cNvPr id="29" name="Title 23"/>
          <p:cNvSpPr>
            <a:spLocks noGrp="1"/>
          </p:cNvSpPr>
          <p:nvPr>
            <p:ph type="title"/>
          </p:nvPr>
        </p:nvSpPr>
        <p:spPr>
          <a:xfrm>
            <a:off x="1981981" y="1989717"/>
            <a:ext cx="25199999" cy="2439236"/>
          </a:xfrm>
          <a:prstGeom prst="rect">
            <a:avLst/>
          </a:prstGeom>
          <a:solidFill>
            <a:schemeClr val="accent1"/>
          </a:solidFill>
        </p:spPr>
        <p:txBody>
          <a:bodyPr lIns="810000" tIns="360000" rIns="810000" bIns="360000" anchor="ctr" anchorCtr="0">
            <a:normAutofit/>
          </a:bodyPr>
          <a:lstStyle>
            <a:lvl1pPr algn="l">
              <a:defRPr sz="8800" b="0" i="0" cap="all" baseline="0">
                <a:solidFill>
                  <a:schemeClr val="bg2"/>
                </a:solidFill>
                <a:effectLst/>
                <a:latin typeface="Calibri"/>
              </a:defRPr>
            </a:lvl1pPr>
          </a:lstStyle>
          <a:p>
            <a:r>
              <a:rPr lang="en-US"/>
              <a:t>Click to edit Master title style</a:t>
            </a:r>
            <a:endParaRPr lang="nl-BE" dirty="0"/>
          </a:p>
        </p:txBody>
      </p:sp>
      <p:sp>
        <p:nvSpPr>
          <p:cNvPr id="8" name="Text Placeholder 7"/>
          <p:cNvSpPr>
            <a:spLocks noGrp="1"/>
          </p:cNvSpPr>
          <p:nvPr>
            <p:ph type="body" sz="quarter" idx="13" hasCustomPrompt="1"/>
          </p:nvPr>
        </p:nvSpPr>
        <p:spPr>
          <a:xfrm>
            <a:off x="1981198" y="4477309"/>
            <a:ext cx="25200782" cy="1558028"/>
          </a:xfrm>
        </p:spPr>
        <p:txBody>
          <a:bodyPr lIns="810000" tIns="360000" rIns="810000" bIns="360000"/>
          <a:lstStyle>
            <a:lvl1pPr>
              <a:defRPr sz="5400" b="1">
                <a:solidFill>
                  <a:schemeClr val="tx1"/>
                </a:solidFill>
              </a:defRPr>
            </a:lvl1pPr>
          </a:lstStyle>
          <a:p>
            <a:pPr lvl="0"/>
            <a:r>
              <a:rPr lang="en-US" dirty="0"/>
              <a:t>Author(s)</a:t>
            </a:r>
          </a:p>
        </p:txBody>
      </p:sp>
      <p:sp>
        <p:nvSpPr>
          <p:cNvPr id="27" name="Content Placeholder 26"/>
          <p:cNvSpPr>
            <a:spLocks noGrp="1"/>
          </p:cNvSpPr>
          <p:nvPr>
            <p:ph sz="quarter" idx="14"/>
          </p:nvPr>
        </p:nvSpPr>
        <p:spPr>
          <a:xfrm>
            <a:off x="1981982" y="7593365"/>
            <a:ext cx="25200000" cy="31831476"/>
          </a:xfrm>
          <a:solidFill>
            <a:schemeClr val="bg1"/>
          </a:solidFill>
        </p:spPr>
        <p:txBody>
          <a:bodyPr lIns="810000" tIns="720000" rIns="810000" bIns="720000"/>
          <a:lstStyle>
            <a:lvl1pPr>
              <a:defRPr lang="en-US" sz="6000" smtClean="0"/>
            </a:lvl1pPr>
            <a:lvl2pPr marL="542925" indent="-542925">
              <a:buFont typeface="Wingdings" panose="05000000000000000000" pitchFamily="2" charset="2"/>
              <a:buChar char="§"/>
              <a:defRPr lang="en-US" sz="5400" smtClean="0"/>
            </a:lvl2pPr>
            <a:lvl3pPr marL="1076325" indent="-533400">
              <a:buFont typeface="Wingdings" panose="05000000000000000000" pitchFamily="2" charset="2"/>
              <a:buChar char="§"/>
              <a:defRPr lang="en-US" sz="5400" smtClean="0"/>
            </a:lvl3pPr>
            <a:lvl4pPr marL="1619250" indent="-542925">
              <a:buFont typeface="Wingdings" panose="05000000000000000000" pitchFamily="2" charset="2"/>
              <a:buChar char="§"/>
              <a:defRPr lang="en-US" sz="5400" smtClean="0"/>
            </a:lvl4pPr>
            <a:lvl5pPr marL="2152650" indent="-533400">
              <a:buFont typeface="Wingdings" panose="05000000000000000000" pitchFamily="2" charset="2"/>
              <a:buChar char="§"/>
              <a:defRPr lang="en-US" sz="5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9" name="Group 26"/>
          <p:cNvGrpSpPr>
            <a:grpSpLocks/>
          </p:cNvGrpSpPr>
          <p:nvPr userDrawn="1"/>
        </p:nvGrpSpPr>
        <p:grpSpPr bwMode="auto">
          <a:xfrm>
            <a:off x="180975" y="180975"/>
            <a:ext cx="28802013" cy="43194288"/>
            <a:chOff x="114" y="114"/>
            <a:chExt cx="18143" cy="27209"/>
          </a:xfrm>
        </p:grpSpPr>
        <p:grpSp>
          <p:nvGrpSpPr>
            <p:cNvPr id="10" name="Group 27"/>
            <p:cNvGrpSpPr>
              <a:grpSpLocks/>
            </p:cNvGrpSpPr>
            <p:nvPr userDrawn="1"/>
          </p:nvGrpSpPr>
          <p:grpSpPr bwMode="auto">
            <a:xfrm>
              <a:off x="114" y="114"/>
              <a:ext cx="317" cy="317"/>
              <a:chOff x="114" y="114"/>
              <a:chExt cx="317" cy="317"/>
            </a:xfrm>
          </p:grpSpPr>
          <p:sp>
            <p:nvSpPr>
              <p:cNvPr id="22" name="Line 28"/>
              <p:cNvSpPr>
                <a:spLocks noChangeShapeType="1"/>
              </p:cNvSpPr>
              <p:nvPr/>
            </p:nvSpPr>
            <p:spPr bwMode="auto">
              <a:xfrm>
                <a:off x="114"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3" name="Line 29"/>
              <p:cNvSpPr>
                <a:spLocks noChangeShapeType="1"/>
              </p:cNvSpPr>
              <p:nvPr/>
            </p:nvSpPr>
            <p:spPr bwMode="auto">
              <a:xfrm>
                <a:off x="204"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1" name="Group 30"/>
            <p:cNvGrpSpPr>
              <a:grpSpLocks/>
            </p:cNvGrpSpPr>
            <p:nvPr userDrawn="1"/>
          </p:nvGrpSpPr>
          <p:grpSpPr bwMode="auto">
            <a:xfrm>
              <a:off x="114" y="114"/>
              <a:ext cx="18143" cy="27209"/>
              <a:chOff x="114" y="114"/>
              <a:chExt cx="18143" cy="27209"/>
            </a:xfrm>
          </p:grpSpPr>
          <p:grpSp>
            <p:nvGrpSpPr>
              <p:cNvPr id="12" name="Group 31"/>
              <p:cNvGrpSpPr>
                <a:grpSpLocks/>
              </p:cNvGrpSpPr>
              <p:nvPr userDrawn="1"/>
            </p:nvGrpSpPr>
            <p:grpSpPr bwMode="auto">
              <a:xfrm>
                <a:off x="17849" y="114"/>
                <a:ext cx="408" cy="317"/>
                <a:chOff x="17849" y="114"/>
                <a:chExt cx="408" cy="317"/>
              </a:xfrm>
            </p:grpSpPr>
            <p:sp>
              <p:nvSpPr>
                <p:cNvPr id="20" name="Line 32"/>
                <p:cNvSpPr>
                  <a:spLocks noChangeShapeType="1"/>
                </p:cNvSpPr>
                <p:nvPr/>
              </p:nvSpPr>
              <p:spPr bwMode="auto">
                <a:xfrm>
                  <a:off x="18257"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1" name="Line 33"/>
                <p:cNvSpPr>
                  <a:spLocks noChangeShapeType="1"/>
                </p:cNvSpPr>
                <p:nvPr/>
              </p:nvSpPr>
              <p:spPr bwMode="auto">
                <a:xfrm>
                  <a:off x="17849"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3" name="Group 34"/>
              <p:cNvGrpSpPr>
                <a:grpSpLocks/>
              </p:cNvGrpSpPr>
              <p:nvPr userDrawn="1"/>
            </p:nvGrpSpPr>
            <p:grpSpPr bwMode="auto">
              <a:xfrm>
                <a:off x="114" y="26966"/>
                <a:ext cx="18143" cy="357"/>
                <a:chOff x="114" y="26966"/>
                <a:chExt cx="18143" cy="357"/>
              </a:xfrm>
            </p:grpSpPr>
            <p:grpSp>
              <p:nvGrpSpPr>
                <p:cNvPr id="14" name="Group 35"/>
                <p:cNvGrpSpPr>
                  <a:grpSpLocks/>
                </p:cNvGrpSpPr>
                <p:nvPr userDrawn="1"/>
              </p:nvGrpSpPr>
              <p:grpSpPr bwMode="auto">
                <a:xfrm>
                  <a:off x="114" y="26966"/>
                  <a:ext cx="345" cy="357"/>
                  <a:chOff x="114" y="26966"/>
                  <a:chExt cx="345" cy="357"/>
                </a:xfrm>
              </p:grpSpPr>
              <p:sp>
                <p:nvSpPr>
                  <p:cNvPr id="18" name="Line 36"/>
                  <p:cNvSpPr>
                    <a:spLocks noChangeShapeType="1"/>
                  </p:cNvSpPr>
                  <p:nvPr/>
                </p:nvSpPr>
                <p:spPr bwMode="auto">
                  <a:xfrm>
                    <a:off x="232"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9" name="Line 37"/>
                  <p:cNvSpPr>
                    <a:spLocks noChangeShapeType="1"/>
                  </p:cNvSpPr>
                  <p:nvPr/>
                </p:nvSpPr>
                <p:spPr bwMode="auto">
                  <a:xfrm>
                    <a:off x="114"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5" name="Group 38"/>
                <p:cNvGrpSpPr>
                  <a:grpSpLocks/>
                </p:cNvGrpSpPr>
                <p:nvPr userDrawn="1"/>
              </p:nvGrpSpPr>
              <p:grpSpPr bwMode="auto">
                <a:xfrm>
                  <a:off x="17877" y="26966"/>
                  <a:ext cx="380" cy="357"/>
                  <a:chOff x="17877" y="26966"/>
                  <a:chExt cx="380" cy="357"/>
                </a:xfrm>
              </p:grpSpPr>
              <p:sp>
                <p:nvSpPr>
                  <p:cNvPr id="16" name="Line 39"/>
                  <p:cNvSpPr>
                    <a:spLocks noChangeShapeType="1"/>
                  </p:cNvSpPr>
                  <p:nvPr/>
                </p:nvSpPr>
                <p:spPr bwMode="auto">
                  <a:xfrm>
                    <a:off x="17877"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7" name="Line 40"/>
                  <p:cNvSpPr>
                    <a:spLocks noChangeShapeType="1"/>
                  </p:cNvSpPr>
                  <p:nvPr/>
                </p:nvSpPr>
                <p:spPr bwMode="auto">
                  <a:xfrm>
                    <a:off x="18257"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grpSp>
      </p:grpSp>
      <p:sp>
        <p:nvSpPr>
          <p:cNvPr id="28" name="Text Placeholder 7"/>
          <p:cNvSpPr>
            <a:spLocks noGrp="1"/>
          </p:cNvSpPr>
          <p:nvPr>
            <p:ph type="body" sz="quarter" idx="15" hasCustomPrompt="1"/>
          </p:nvPr>
        </p:nvSpPr>
        <p:spPr>
          <a:xfrm>
            <a:off x="1981198" y="6035337"/>
            <a:ext cx="25200782" cy="1342584"/>
          </a:xfrm>
        </p:spPr>
        <p:txBody>
          <a:bodyPr lIns="810000" tIns="360000" rIns="810000" bIns="360000"/>
          <a:lstStyle>
            <a:lvl1pPr>
              <a:defRPr sz="4000" b="0" i="1">
                <a:solidFill>
                  <a:schemeClr val="tx1"/>
                </a:solidFill>
              </a:defRPr>
            </a:lvl1pPr>
          </a:lstStyle>
          <a:p>
            <a:pPr lvl="0"/>
            <a:r>
              <a:rPr lang="en-US" dirty="0"/>
              <a:t>Affiliation(s)</a:t>
            </a:r>
          </a:p>
        </p:txBody>
      </p:sp>
      <p:pic>
        <p:nvPicPr>
          <p:cNvPr id="34" name="Picture 33">
            <a:extLst>
              <a:ext uri="{FF2B5EF4-FFF2-40B4-BE49-F238E27FC236}">
                <a16:creationId xmlns:a16="http://schemas.microsoft.com/office/drawing/2014/main" id="{DAE46335-8818-41E0-99F3-EB4C6F2087BC}"/>
              </a:ext>
            </a:extLst>
          </p:cNvPr>
          <p:cNvPicPr>
            <a:picLocks noChangeAspect="1"/>
          </p:cNvPicPr>
          <p:nvPr userDrawn="1"/>
        </p:nvPicPr>
        <p:blipFill>
          <a:blip r:embed="rId2"/>
          <a:srcRect/>
          <a:stretch/>
        </p:blipFill>
        <p:spPr>
          <a:xfrm>
            <a:off x="1043691" y="41801105"/>
            <a:ext cx="4214456" cy="1530000"/>
          </a:xfrm>
          <a:prstGeom prst="rect">
            <a:avLst/>
          </a:prstGeom>
        </p:spPr>
      </p:pic>
      <p:sp>
        <p:nvSpPr>
          <p:cNvPr id="35" name="TextBox 34">
            <a:extLst>
              <a:ext uri="{FF2B5EF4-FFF2-40B4-BE49-F238E27FC236}">
                <a16:creationId xmlns:a16="http://schemas.microsoft.com/office/drawing/2014/main" id="{AE8114CA-0F72-4C46-AC20-95A477EEE5BC}"/>
              </a:ext>
            </a:extLst>
          </p:cNvPr>
          <p:cNvSpPr txBox="1"/>
          <p:nvPr userDrawn="1"/>
        </p:nvSpPr>
        <p:spPr>
          <a:xfrm>
            <a:off x="24305256" y="42083730"/>
            <a:ext cx="3370599" cy="964751"/>
          </a:xfrm>
          <a:prstGeom prst="rect">
            <a:avLst/>
          </a:prstGeom>
          <a:noFill/>
        </p:spPr>
        <p:txBody>
          <a:bodyPr wrap="square" rtlCol="0">
            <a:spAutoFit/>
          </a:bodyPr>
          <a:lstStyle/>
          <a:p>
            <a:pPr algn="r">
              <a:spcBef>
                <a:spcPts val="1417"/>
              </a:spcBef>
            </a:pPr>
            <a:r>
              <a:rPr lang="en-GB" sz="5669" b="1" noProof="1">
                <a:solidFill>
                  <a:schemeClr val="accent1"/>
                </a:solidFill>
              </a:rPr>
              <a:t>vito.be</a:t>
            </a:r>
          </a:p>
        </p:txBody>
      </p:sp>
      <p:pic>
        <p:nvPicPr>
          <p:cNvPr id="37" name="Afbeelding 1">
            <a:extLst>
              <a:ext uri="{FF2B5EF4-FFF2-40B4-BE49-F238E27FC236}">
                <a16:creationId xmlns:a16="http://schemas.microsoft.com/office/drawing/2014/main" id="{769FD711-E50B-40FC-AF77-256E4B5CE3A0}"/>
              </a:ext>
            </a:extLst>
          </p:cNvPr>
          <p:cNvPicPr>
            <a:picLocks noChangeAspect="1"/>
          </p:cNvPicPr>
          <p:nvPr userDrawn="1"/>
        </p:nvPicPr>
        <p:blipFill>
          <a:blip r:embed="rId2"/>
          <a:srcRect/>
          <a:stretch/>
        </p:blipFill>
        <p:spPr>
          <a:xfrm>
            <a:off x="1981981" y="220314"/>
            <a:ext cx="4789619" cy="1738805"/>
          </a:xfrm>
          <a:prstGeom prst="rect">
            <a:avLst/>
          </a:prstGeom>
        </p:spPr>
      </p:pic>
      <p:pic>
        <p:nvPicPr>
          <p:cNvPr id="1026" name="Picture 2"/>
          <p:cNvPicPr>
            <a:picLocks noChangeAspect="1" noChangeArrowheads="1"/>
          </p:cNvPicPr>
          <p:nvPr userDrawn="1"/>
        </p:nvPicPr>
        <p:blipFill>
          <a:blip r:embed="rId3"/>
          <a:srcRect/>
          <a:stretch/>
        </p:blipFill>
        <p:spPr bwMode="auto">
          <a:xfrm>
            <a:off x="6777755" y="339011"/>
            <a:ext cx="1147924" cy="1147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3599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_VITO_water">
    <p:bg>
      <p:bgPr>
        <a:solidFill>
          <a:schemeClr val="bg1"/>
        </a:solidFill>
        <a:effectLst/>
      </p:bgPr>
    </p:bg>
    <p:spTree>
      <p:nvGrpSpPr>
        <p:cNvPr id="1" name=""/>
        <p:cNvGrpSpPr/>
        <p:nvPr/>
      </p:nvGrpSpPr>
      <p:grpSpPr>
        <a:xfrm>
          <a:off x="0" y="0"/>
          <a:ext cx="0" cy="0"/>
          <a:chOff x="0" y="0"/>
          <a:chExt cx="0" cy="0"/>
        </a:xfrm>
      </p:grpSpPr>
      <p:sp>
        <p:nvSpPr>
          <p:cNvPr id="29" name="Title 23"/>
          <p:cNvSpPr>
            <a:spLocks noGrp="1"/>
          </p:cNvSpPr>
          <p:nvPr>
            <p:ph type="title"/>
          </p:nvPr>
        </p:nvSpPr>
        <p:spPr>
          <a:xfrm>
            <a:off x="1981981" y="1989717"/>
            <a:ext cx="25199999" cy="2439236"/>
          </a:xfrm>
          <a:prstGeom prst="rect">
            <a:avLst/>
          </a:prstGeom>
          <a:solidFill>
            <a:schemeClr val="accent1"/>
          </a:solidFill>
        </p:spPr>
        <p:txBody>
          <a:bodyPr lIns="810000" tIns="360000" rIns="810000" bIns="360000" anchor="ctr" anchorCtr="0">
            <a:normAutofit/>
          </a:bodyPr>
          <a:lstStyle>
            <a:lvl1pPr algn="l">
              <a:defRPr sz="8800" b="0" i="0" cap="all" baseline="0">
                <a:solidFill>
                  <a:schemeClr val="bg2"/>
                </a:solidFill>
                <a:effectLst/>
                <a:latin typeface="Calibri"/>
              </a:defRPr>
            </a:lvl1pPr>
          </a:lstStyle>
          <a:p>
            <a:r>
              <a:rPr lang="en-US"/>
              <a:t>Click to edit Master title style</a:t>
            </a:r>
            <a:endParaRPr lang="nl-BE" dirty="0"/>
          </a:p>
        </p:txBody>
      </p:sp>
      <p:sp>
        <p:nvSpPr>
          <p:cNvPr id="8" name="Text Placeholder 7"/>
          <p:cNvSpPr>
            <a:spLocks noGrp="1"/>
          </p:cNvSpPr>
          <p:nvPr>
            <p:ph type="body" sz="quarter" idx="13" hasCustomPrompt="1"/>
          </p:nvPr>
        </p:nvSpPr>
        <p:spPr>
          <a:xfrm>
            <a:off x="1981198" y="4477309"/>
            <a:ext cx="25200782" cy="1558028"/>
          </a:xfrm>
        </p:spPr>
        <p:txBody>
          <a:bodyPr lIns="810000" tIns="360000" rIns="810000" bIns="360000"/>
          <a:lstStyle>
            <a:lvl1pPr>
              <a:defRPr sz="5400" b="1">
                <a:solidFill>
                  <a:schemeClr val="tx1"/>
                </a:solidFill>
              </a:defRPr>
            </a:lvl1pPr>
          </a:lstStyle>
          <a:p>
            <a:pPr lvl="0"/>
            <a:r>
              <a:rPr lang="en-US" dirty="0"/>
              <a:t>Author(s)</a:t>
            </a:r>
          </a:p>
        </p:txBody>
      </p:sp>
      <p:sp>
        <p:nvSpPr>
          <p:cNvPr id="27" name="Content Placeholder 26"/>
          <p:cNvSpPr>
            <a:spLocks noGrp="1"/>
          </p:cNvSpPr>
          <p:nvPr>
            <p:ph sz="quarter" idx="14"/>
          </p:nvPr>
        </p:nvSpPr>
        <p:spPr>
          <a:xfrm>
            <a:off x="1981982" y="7593365"/>
            <a:ext cx="25200000" cy="31831476"/>
          </a:xfrm>
          <a:solidFill>
            <a:schemeClr val="bg1"/>
          </a:solidFill>
        </p:spPr>
        <p:txBody>
          <a:bodyPr lIns="810000" tIns="720000" rIns="810000" bIns="720000"/>
          <a:lstStyle>
            <a:lvl1pPr>
              <a:defRPr lang="en-US" sz="6000" smtClean="0"/>
            </a:lvl1pPr>
            <a:lvl2pPr marL="542925" indent="-542925">
              <a:buFont typeface="Wingdings" panose="05000000000000000000" pitchFamily="2" charset="2"/>
              <a:buChar char="§"/>
              <a:defRPr lang="en-US" sz="5400" smtClean="0"/>
            </a:lvl2pPr>
            <a:lvl3pPr marL="1076325" indent="-533400">
              <a:buFont typeface="Wingdings" panose="05000000000000000000" pitchFamily="2" charset="2"/>
              <a:buChar char="§"/>
              <a:defRPr lang="en-US" sz="5400" smtClean="0"/>
            </a:lvl3pPr>
            <a:lvl4pPr marL="1619250" indent="-542925">
              <a:buFont typeface="Wingdings" panose="05000000000000000000" pitchFamily="2" charset="2"/>
              <a:buChar char="§"/>
              <a:defRPr lang="en-US" sz="5400" smtClean="0"/>
            </a:lvl4pPr>
            <a:lvl5pPr marL="2152650" indent="-533400">
              <a:buFont typeface="Wingdings" panose="05000000000000000000" pitchFamily="2" charset="2"/>
              <a:buChar char="§"/>
              <a:defRPr lang="en-US" sz="5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9" name="Group 26"/>
          <p:cNvGrpSpPr>
            <a:grpSpLocks/>
          </p:cNvGrpSpPr>
          <p:nvPr userDrawn="1"/>
        </p:nvGrpSpPr>
        <p:grpSpPr bwMode="auto">
          <a:xfrm>
            <a:off x="180975" y="180975"/>
            <a:ext cx="28802013" cy="43194288"/>
            <a:chOff x="114" y="114"/>
            <a:chExt cx="18143" cy="27209"/>
          </a:xfrm>
        </p:grpSpPr>
        <p:grpSp>
          <p:nvGrpSpPr>
            <p:cNvPr id="10" name="Group 27"/>
            <p:cNvGrpSpPr>
              <a:grpSpLocks/>
            </p:cNvGrpSpPr>
            <p:nvPr userDrawn="1"/>
          </p:nvGrpSpPr>
          <p:grpSpPr bwMode="auto">
            <a:xfrm>
              <a:off x="114" y="114"/>
              <a:ext cx="317" cy="317"/>
              <a:chOff x="114" y="114"/>
              <a:chExt cx="317" cy="317"/>
            </a:xfrm>
          </p:grpSpPr>
          <p:sp>
            <p:nvSpPr>
              <p:cNvPr id="22" name="Line 28"/>
              <p:cNvSpPr>
                <a:spLocks noChangeShapeType="1"/>
              </p:cNvSpPr>
              <p:nvPr/>
            </p:nvSpPr>
            <p:spPr bwMode="auto">
              <a:xfrm>
                <a:off x="114"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3" name="Line 29"/>
              <p:cNvSpPr>
                <a:spLocks noChangeShapeType="1"/>
              </p:cNvSpPr>
              <p:nvPr/>
            </p:nvSpPr>
            <p:spPr bwMode="auto">
              <a:xfrm>
                <a:off x="204"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1" name="Group 30"/>
            <p:cNvGrpSpPr>
              <a:grpSpLocks/>
            </p:cNvGrpSpPr>
            <p:nvPr userDrawn="1"/>
          </p:nvGrpSpPr>
          <p:grpSpPr bwMode="auto">
            <a:xfrm>
              <a:off x="114" y="114"/>
              <a:ext cx="18143" cy="27209"/>
              <a:chOff x="114" y="114"/>
              <a:chExt cx="18143" cy="27209"/>
            </a:xfrm>
          </p:grpSpPr>
          <p:grpSp>
            <p:nvGrpSpPr>
              <p:cNvPr id="12" name="Group 31"/>
              <p:cNvGrpSpPr>
                <a:grpSpLocks/>
              </p:cNvGrpSpPr>
              <p:nvPr userDrawn="1"/>
            </p:nvGrpSpPr>
            <p:grpSpPr bwMode="auto">
              <a:xfrm>
                <a:off x="17849" y="114"/>
                <a:ext cx="408" cy="317"/>
                <a:chOff x="17849" y="114"/>
                <a:chExt cx="408" cy="317"/>
              </a:xfrm>
            </p:grpSpPr>
            <p:sp>
              <p:nvSpPr>
                <p:cNvPr id="20" name="Line 32"/>
                <p:cNvSpPr>
                  <a:spLocks noChangeShapeType="1"/>
                </p:cNvSpPr>
                <p:nvPr/>
              </p:nvSpPr>
              <p:spPr bwMode="auto">
                <a:xfrm>
                  <a:off x="18257" y="250"/>
                  <a:ext cx="0" cy="181"/>
                </a:xfrm>
                <a:prstGeom prst="line">
                  <a:avLst/>
                </a:prstGeom>
                <a:noFill/>
                <a:ln w="9525">
                  <a:solidFill>
                    <a:schemeClr val="tx1">
                      <a:lumMod val="50000"/>
                      <a:lumOff val="50000"/>
                    </a:schemeClr>
                  </a:solidFill>
                  <a:round/>
                  <a:headEnd/>
                  <a:tailEnd/>
                </a:ln>
                <a:effectLst/>
              </p:spPr>
              <p:txBody>
                <a:bodyPr/>
                <a:lstStyle/>
                <a:p>
                  <a:endParaRPr lang="nl-BE"/>
                </a:p>
              </p:txBody>
            </p:sp>
            <p:sp>
              <p:nvSpPr>
                <p:cNvPr id="21" name="Line 33"/>
                <p:cNvSpPr>
                  <a:spLocks noChangeShapeType="1"/>
                </p:cNvSpPr>
                <p:nvPr/>
              </p:nvSpPr>
              <p:spPr bwMode="auto">
                <a:xfrm>
                  <a:off x="17849" y="114"/>
                  <a:ext cx="227" cy="0"/>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3" name="Group 34"/>
              <p:cNvGrpSpPr>
                <a:grpSpLocks/>
              </p:cNvGrpSpPr>
              <p:nvPr userDrawn="1"/>
            </p:nvGrpSpPr>
            <p:grpSpPr bwMode="auto">
              <a:xfrm>
                <a:off x="114" y="26966"/>
                <a:ext cx="18143" cy="357"/>
                <a:chOff x="114" y="26966"/>
                <a:chExt cx="18143" cy="357"/>
              </a:xfrm>
            </p:grpSpPr>
            <p:grpSp>
              <p:nvGrpSpPr>
                <p:cNvPr id="14" name="Group 35"/>
                <p:cNvGrpSpPr>
                  <a:grpSpLocks/>
                </p:cNvGrpSpPr>
                <p:nvPr userDrawn="1"/>
              </p:nvGrpSpPr>
              <p:grpSpPr bwMode="auto">
                <a:xfrm>
                  <a:off x="114" y="26966"/>
                  <a:ext cx="345" cy="357"/>
                  <a:chOff x="114" y="26966"/>
                  <a:chExt cx="345" cy="357"/>
                </a:xfrm>
              </p:grpSpPr>
              <p:sp>
                <p:nvSpPr>
                  <p:cNvPr id="18" name="Line 36"/>
                  <p:cNvSpPr>
                    <a:spLocks noChangeShapeType="1"/>
                  </p:cNvSpPr>
                  <p:nvPr/>
                </p:nvSpPr>
                <p:spPr bwMode="auto">
                  <a:xfrm>
                    <a:off x="232"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9" name="Line 37"/>
                  <p:cNvSpPr>
                    <a:spLocks noChangeShapeType="1"/>
                  </p:cNvSpPr>
                  <p:nvPr/>
                </p:nvSpPr>
                <p:spPr bwMode="auto">
                  <a:xfrm>
                    <a:off x="114"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nvGrpSpPr>
                <p:cNvPr id="15" name="Group 38"/>
                <p:cNvGrpSpPr>
                  <a:grpSpLocks/>
                </p:cNvGrpSpPr>
                <p:nvPr userDrawn="1"/>
              </p:nvGrpSpPr>
              <p:grpSpPr bwMode="auto">
                <a:xfrm>
                  <a:off x="17877" y="26966"/>
                  <a:ext cx="380" cy="357"/>
                  <a:chOff x="17877" y="26966"/>
                  <a:chExt cx="380" cy="357"/>
                </a:xfrm>
              </p:grpSpPr>
              <p:sp>
                <p:nvSpPr>
                  <p:cNvPr id="16" name="Line 39"/>
                  <p:cNvSpPr>
                    <a:spLocks noChangeShapeType="1"/>
                  </p:cNvSpPr>
                  <p:nvPr/>
                </p:nvSpPr>
                <p:spPr bwMode="auto">
                  <a:xfrm>
                    <a:off x="17877" y="27323"/>
                    <a:ext cx="227" cy="0"/>
                  </a:xfrm>
                  <a:prstGeom prst="line">
                    <a:avLst/>
                  </a:prstGeom>
                  <a:noFill/>
                  <a:ln w="9525">
                    <a:solidFill>
                      <a:schemeClr val="tx1">
                        <a:lumMod val="50000"/>
                        <a:lumOff val="50000"/>
                      </a:schemeClr>
                    </a:solidFill>
                    <a:round/>
                    <a:headEnd/>
                    <a:tailEnd/>
                  </a:ln>
                  <a:effectLst/>
                </p:spPr>
                <p:txBody>
                  <a:bodyPr/>
                  <a:lstStyle/>
                  <a:p>
                    <a:endParaRPr lang="nl-BE"/>
                  </a:p>
                </p:txBody>
              </p:sp>
              <p:sp>
                <p:nvSpPr>
                  <p:cNvPr id="17" name="Line 40"/>
                  <p:cNvSpPr>
                    <a:spLocks noChangeShapeType="1"/>
                  </p:cNvSpPr>
                  <p:nvPr/>
                </p:nvSpPr>
                <p:spPr bwMode="auto">
                  <a:xfrm>
                    <a:off x="18257" y="26966"/>
                    <a:ext cx="0" cy="181"/>
                  </a:xfrm>
                  <a:prstGeom prst="line">
                    <a:avLst/>
                  </a:prstGeom>
                  <a:noFill/>
                  <a:ln w="9525">
                    <a:solidFill>
                      <a:schemeClr val="tx1">
                        <a:lumMod val="50000"/>
                        <a:lumOff val="50000"/>
                      </a:schemeClr>
                    </a:solidFill>
                    <a:round/>
                    <a:headEnd/>
                    <a:tailEnd/>
                  </a:ln>
                  <a:effectLst/>
                </p:spPr>
                <p:txBody>
                  <a:bodyPr/>
                  <a:lstStyle/>
                  <a:p>
                    <a:endParaRPr lang="nl-BE"/>
                  </a:p>
                </p:txBody>
              </p:sp>
            </p:grpSp>
          </p:grpSp>
        </p:grpSp>
      </p:grpSp>
      <p:sp>
        <p:nvSpPr>
          <p:cNvPr id="28" name="Text Placeholder 7"/>
          <p:cNvSpPr>
            <a:spLocks noGrp="1"/>
          </p:cNvSpPr>
          <p:nvPr>
            <p:ph type="body" sz="quarter" idx="15" hasCustomPrompt="1"/>
          </p:nvPr>
        </p:nvSpPr>
        <p:spPr>
          <a:xfrm>
            <a:off x="1981198" y="6035337"/>
            <a:ext cx="25200782" cy="1342584"/>
          </a:xfrm>
        </p:spPr>
        <p:txBody>
          <a:bodyPr lIns="810000" tIns="360000" rIns="810000" bIns="360000"/>
          <a:lstStyle>
            <a:lvl1pPr>
              <a:defRPr sz="4000" b="0" i="1">
                <a:solidFill>
                  <a:schemeClr val="tx1"/>
                </a:solidFill>
              </a:defRPr>
            </a:lvl1pPr>
          </a:lstStyle>
          <a:p>
            <a:pPr lvl="0"/>
            <a:r>
              <a:rPr lang="en-US" dirty="0"/>
              <a:t>Affiliation(s)</a:t>
            </a:r>
          </a:p>
        </p:txBody>
      </p:sp>
      <p:pic>
        <p:nvPicPr>
          <p:cNvPr id="34" name="Picture 33">
            <a:extLst>
              <a:ext uri="{FF2B5EF4-FFF2-40B4-BE49-F238E27FC236}">
                <a16:creationId xmlns:a16="http://schemas.microsoft.com/office/drawing/2014/main" id="{DAE46335-8818-41E0-99F3-EB4C6F2087BC}"/>
              </a:ext>
            </a:extLst>
          </p:cNvPr>
          <p:cNvPicPr>
            <a:picLocks noChangeAspect="1"/>
          </p:cNvPicPr>
          <p:nvPr userDrawn="1"/>
        </p:nvPicPr>
        <p:blipFill>
          <a:blip r:embed="rId2"/>
          <a:srcRect/>
          <a:stretch/>
        </p:blipFill>
        <p:spPr>
          <a:xfrm>
            <a:off x="1043691" y="41801105"/>
            <a:ext cx="4214456" cy="1530000"/>
          </a:xfrm>
          <a:prstGeom prst="rect">
            <a:avLst/>
          </a:prstGeom>
        </p:spPr>
      </p:pic>
      <p:sp>
        <p:nvSpPr>
          <p:cNvPr id="35" name="TextBox 34">
            <a:extLst>
              <a:ext uri="{FF2B5EF4-FFF2-40B4-BE49-F238E27FC236}">
                <a16:creationId xmlns:a16="http://schemas.microsoft.com/office/drawing/2014/main" id="{AE8114CA-0F72-4C46-AC20-95A477EEE5BC}"/>
              </a:ext>
            </a:extLst>
          </p:cNvPr>
          <p:cNvSpPr txBox="1"/>
          <p:nvPr userDrawn="1"/>
        </p:nvSpPr>
        <p:spPr>
          <a:xfrm>
            <a:off x="24305256" y="42083730"/>
            <a:ext cx="3370599" cy="964751"/>
          </a:xfrm>
          <a:prstGeom prst="rect">
            <a:avLst/>
          </a:prstGeom>
          <a:noFill/>
        </p:spPr>
        <p:txBody>
          <a:bodyPr wrap="square" rtlCol="0">
            <a:spAutoFit/>
          </a:bodyPr>
          <a:lstStyle/>
          <a:p>
            <a:pPr algn="r">
              <a:spcBef>
                <a:spcPts val="1417"/>
              </a:spcBef>
            </a:pPr>
            <a:r>
              <a:rPr lang="en-GB" sz="5669" b="1" noProof="1">
                <a:solidFill>
                  <a:schemeClr val="accent1"/>
                </a:solidFill>
              </a:rPr>
              <a:t>vito.be</a:t>
            </a:r>
          </a:p>
        </p:txBody>
      </p:sp>
      <p:pic>
        <p:nvPicPr>
          <p:cNvPr id="37" name="Afbeelding 1">
            <a:extLst>
              <a:ext uri="{FF2B5EF4-FFF2-40B4-BE49-F238E27FC236}">
                <a16:creationId xmlns:a16="http://schemas.microsoft.com/office/drawing/2014/main" id="{769FD711-E50B-40FC-AF77-256E4B5CE3A0}"/>
              </a:ext>
            </a:extLst>
          </p:cNvPr>
          <p:cNvPicPr>
            <a:picLocks noChangeAspect="1"/>
          </p:cNvPicPr>
          <p:nvPr userDrawn="1"/>
        </p:nvPicPr>
        <p:blipFill>
          <a:blip r:embed="rId2"/>
          <a:srcRect/>
          <a:stretch/>
        </p:blipFill>
        <p:spPr>
          <a:xfrm>
            <a:off x="1981981" y="220314"/>
            <a:ext cx="4789619" cy="1738805"/>
          </a:xfrm>
          <a:prstGeom prst="rect">
            <a:avLst/>
          </a:prstGeom>
        </p:spPr>
      </p:pic>
      <p:pic>
        <p:nvPicPr>
          <p:cNvPr id="1026" name="Picture 2"/>
          <p:cNvPicPr>
            <a:picLocks noChangeAspect="1" noChangeArrowheads="1"/>
          </p:cNvPicPr>
          <p:nvPr userDrawn="1"/>
        </p:nvPicPr>
        <p:blipFill>
          <a:blip r:embed="rId3"/>
          <a:srcRect/>
          <a:stretch/>
        </p:blipFill>
        <p:spPr bwMode="auto">
          <a:xfrm>
            <a:off x="6777755" y="339011"/>
            <a:ext cx="1147924" cy="1147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506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creen - with Deivice">
    <p:bg>
      <p:bgPr>
        <a:solidFill>
          <a:schemeClr val="accent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8B97DBE-CE18-664E-B3DE-0B7964E48F34}"/>
              </a:ext>
            </a:extLst>
          </p:cNvPr>
          <p:cNvPicPr>
            <a:picLocks noChangeAspect="1"/>
          </p:cNvPicPr>
          <p:nvPr userDrawn="1"/>
        </p:nvPicPr>
        <p:blipFill>
          <a:blip r:embed="rId2"/>
          <a:srcRect/>
          <a:stretch/>
        </p:blipFill>
        <p:spPr>
          <a:xfrm>
            <a:off x="1028459" y="41793853"/>
            <a:ext cx="4268279" cy="1543157"/>
          </a:xfrm>
          <a:prstGeom prst="rect">
            <a:avLst/>
          </a:prstGeom>
        </p:spPr>
      </p:pic>
      <p:sp>
        <p:nvSpPr>
          <p:cNvPr id="11" name="TextBox 10">
            <a:extLst>
              <a:ext uri="{FF2B5EF4-FFF2-40B4-BE49-F238E27FC236}">
                <a16:creationId xmlns:a16="http://schemas.microsoft.com/office/drawing/2014/main" id="{A1379C90-2ABC-9044-B12A-55243AA9ECBD}"/>
              </a:ext>
            </a:extLst>
          </p:cNvPr>
          <p:cNvSpPr txBox="1"/>
          <p:nvPr userDrawn="1"/>
        </p:nvSpPr>
        <p:spPr>
          <a:xfrm>
            <a:off x="24612053" y="42078980"/>
            <a:ext cx="3413145" cy="972905"/>
          </a:xfrm>
          <a:prstGeom prst="rect">
            <a:avLst/>
          </a:prstGeom>
          <a:noFill/>
        </p:spPr>
        <p:txBody>
          <a:bodyPr wrap="square" rtlCol="0">
            <a:spAutoFit/>
          </a:bodyPr>
          <a:lstStyle/>
          <a:p>
            <a:pPr algn="r">
              <a:spcBef>
                <a:spcPts val="1429"/>
              </a:spcBef>
            </a:pPr>
            <a:r>
              <a:rPr lang="en-GB" sz="5717" b="1" noProof="1">
                <a:solidFill>
                  <a:schemeClr val="bg1"/>
                </a:solidFill>
              </a:rPr>
              <a:t>vito.be</a:t>
            </a:r>
          </a:p>
        </p:txBody>
      </p:sp>
      <p:sp>
        <p:nvSpPr>
          <p:cNvPr id="2" name="Title 1">
            <a:extLst>
              <a:ext uri="{FF2B5EF4-FFF2-40B4-BE49-F238E27FC236}">
                <a16:creationId xmlns:a16="http://schemas.microsoft.com/office/drawing/2014/main" id="{50F5E257-BD25-430C-953C-653125317323}"/>
              </a:ext>
            </a:extLst>
          </p:cNvPr>
          <p:cNvSpPr>
            <a:spLocks noGrp="1"/>
          </p:cNvSpPr>
          <p:nvPr>
            <p:ph type="title"/>
          </p:nvPr>
        </p:nvSpPr>
        <p:spPr>
          <a:xfrm>
            <a:off x="2005023" y="2319477"/>
            <a:ext cx="25393640" cy="2109476"/>
          </a:xfrm>
        </p:spPr>
        <p:txBody>
          <a:bodyPr anchor="t"/>
          <a:lstStyle>
            <a:lvl1pPr>
              <a:defRPr>
                <a:solidFill>
                  <a:schemeClr val="bg1"/>
                </a:solidFill>
              </a:defRPr>
            </a:lvl1pPr>
          </a:lstStyle>
          <a:p>
            <a:r>
              <a:rPr lang="en-US"/>
              <a:t>Click to edit Master title style</a:t>
            </a:r>
            <a:endParaRPr lang="nl-NL"/>
          </a:p>
        </p:txBody>
      </p:sp>
      <p:sp>
        <p:nvSpPr>
          <p:cNvPr id="4" name="Text Placeholder 3">
            <a:extLst>
              <a:ext uri="{FF2B5EF4-FFF2-40B4-BE49-F238E27FC236}">
                <a16:creationId xmlns:a16="http://schemas.microsoft.com/office/drawing/2014/main" id="{3807E08B-3115-4FE2-82B3-D454CD973E86}"/>
              </a:ext>
            </a:extLst>
          </p:cNvPr>
          <p:cNvSpPr>
            <a:spLocks noGrp="1"/>
          </p:cNvSpPr>
          <p:nvPr>
            <p:ph type="body" sz="quarter" idx="10"/>
          </p:nvPr>
        </p:nvSpPr>
        <p:spPr>
          <a:xfrm>
            <a:off x="2005013" y="22718984"/>
            <a:ext cx="25393650" cy="1852730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grpSp>
        <p:nvGrpSpPr>
          <p:cNvPr id="7" name="Group 26">
            <a:extLst>
              <a:ext uri="{FF2B5EF4-FFF2-40B4-BE49-F238E27FC236}">
                <a16:creationId xmlns:a16="http://schemas.microsoft.com/office/drawing/2014/main" id="{E5252A56-1D5C-4B64-AB6C-6720CD5E0D1A}"/>
              </a:ext>
            </a:extLst>
          </p:cNvPr>
          <p:cNvGrpSpPr>
            <a:grpSpLocks/>
          </p:cNvGrpSpPr>
          <p:nvPr userDrawn="1"/>
        </p:nvGrpSpPr>
        <p:grpSpPr bwMode="auto">
          <a:xfrm>
            <a:off x="180975" y="180975"/>
            <a:ext cx="28802013" cy="43194288"/>
            <a:chOff x="114" y="114"/>
            <a:chExt cx="18143" cy="27209"/>
          </a:xfrm>
        </p:grpSpPr>
        <p:grpSp>
          <p:nvGrpSpPr>
            <p:cNvPr id="8" name="Group 27">
              <a:extLst>
                <a:ext uri="{FF2B5EF4-FFF2-40B4-BE49-F238E27FC236}">
                  <a16:creationId xmlns:a16="http://schemas.microsoft.com/office/drawing/2014/main" id="{F8D5449F-9F26-4CAD-8854-67DDCCA4C4B2}"/>
                </a:ext>
              </a:extLst>
            </p:cNvPr>
            <p:cNvGrpSpPr>
              <a:grpSpLocks/>
            </p:cNvGrpSpPr>
            <p:nvPr userDrawn="1"/>
          </p:nvGrpSpPr>
          <p:grpSpPr bwMode="auto">
            <a:xfrm>
              <a:off x="114" y="114"/>
              <a:ext cx="317" cy="317"/>
              <a:chOff x="114" y="114"/>
              <a:chExt cx="317" cy="317"/>
            </a:xfrm>
          </p:grpSpPr>
          <p:sp>
            <p:nvSpPr>
              <p:cNvPr id="22" name="Line 28">
                <a:extLst>
                  <a:ext uri="{FF2B5EF4-FFF2-40B4-BE49-F238E27FC236}">
                    <a16:creationId xmlns:a16="http://schemas.microsoft.com/office/drawing/2014/main" id="{38416D69-0139-4DF4-BA28-74AE2CBCDDE7}"/>
                  </a:ext>
                </a:extLst>
              </p:cNvPr>
              <p:cNvSpPr>
                <a:spLocks noChangeShapeType="1"/>
              </p:cNvSpPr>
              <p:nvPr/>
            </p:nvSpPr>
            <p:spPr bwMode="auto">
              <a:xfrm>
                <a:off x="114" y="250"/>
                <a:ext cx="0" cy="181"/>
              </a:xfrm>
              <a:prstGeom prst="line">
                <a:avLst/>
              </a:prstGeom>
              <a:noFill/>
              <a:ln w="9525">
                <a:solidFill>
                  <a:schemeClr val="bg1"/>
                </a:solidFill>
                <a:round/>
                <a:headEnd/>
                <a:tailEnd/>
              </a:ln>
              <a:effectLst/>
            </p:spPr>
            <p:txBody>
              <a:bodyPr/>
              <a:lstStyle/>
              <a:p>
                <a:endParaRPr lang="nl-BE"/>
              </a:p>
            </p:txBody>
          </p:sp>
          <p:sp>
            <p:nvSpPr>
              <p:cNvPr id="23" name="Line 29">
                <a:extLst>
                  <a:ext uri="{FF2B5EF4-FFF2-40B4-BE49-F238E27FC236}">
                    <a16:creationId xmlns:a16="http://schemas.microsoft.com/office/drawing/2014/main" id="{76D2DDD9-C1C3-44DF-971F-6DB3A3E013A6}"/>
                  </a:ext>
                </a:extLst>
              </p:cNvPr>
              <p:cNvSpPr>
                <a:spLocks noChangeShapeType="1"/>
              </p:cNvSpPr>
              <p:nvPr/>
            </p:nvSpPr>
            <p:spPr bwMode="auto">
              <a:xfrm>
                <a:off x="204" y="114"/>
                <a:ext cx="227" cy="0"/>
              </a:xfrm>
              <a:prstGeom prst="line">
                <a:avLst/>
              </a:prstGeom>
              <a:noFill/>
              <a:ln w="9525">
                <a:solidFill>
                  <a:schemeClr val="bg1"/>
                </a:solidFill>
                <a:round/>
                <a:headEnd/>
                <a:tailEnd/>
              </a:ln>
              <a:effectLst/>
            </p:spPr>
            <p:txBody>
              <a:bodyPr/>
              <a:lstStyle/>
              <a:p>
                <a:endParaRPr lang="nl-BE"/>
              </a:p>
            </p:txBody>
          </p:sp>
        </p:grpSp>
        <p:grpSp>
          <p:nvGrpSpPr>
            <p:cNvPr id="9" name="Group 30">
              <a:extLst>
                <a:ext uri="{FF2B5EF4-FFF2-40B4-BE49-F238E27FC236}">
                  <a16:creationId xmlns:a16="http://schemas.microsoft.com/office/drawing/2014/main" id="{EAAB4640-0DD5-478E-84FF-A0D40296AF3B}"/>
                </a:ext>
              </a:extLst>
            </p:cNvPr>
            <p:cNvGrpSpPr>
              <a:grpSpLocks/>
            </p:cNvGrpSpPr>
            <p:nvPr userDrawn="1"/>
          </p:nvGrpSpPr>
          <p:grpSpPr bwMode="auto">
            <a:xfrm>
              <a:off x="114" y="114"/>
              <a:ext cx="18143" cy="27209"/>
              <a:chOff x="114" y="114"/>
              <a:chExt cx="18143" cy="27209"/>
            </a:xfrm>
          </p:grpSpPr>
          <p:grpSp>
            <p:nvGrpSpPr>
              <p:cNvPr id="10" name="Group 31">
                <a:extLst>
                  <a:ext uri="{FF2B5EF4-FFF2-40B4-BE49-F238E27FC236}">
                    <a16:creationId xmlns:a16="http://schemas.microsoft.com/office/drawing/2014/main" id="{6AA84242-688C-4330-B3E4-66CAB34EC8EB}"/>
                  </a:ext>
                </a:extLst>
              </p:cNvPr>
              <p:cNvGrpSpPr>
                <a:grpSpLocks/>
              </p:cNvGrpSpPr>
              <p:nvPr userDrawn="1"/>
            </p:nvGrpSpPr>
            <p:grpSpPr bwMode="auto">
              <a:xfrm>
                <a:off x="17849" y="114"/>
                <a:ext cx="408" cy="317"/>
                <a:chOff x="17849" y="114"/>
                <a:chExt cx="408" cy="317"/>
              </a:xfrm>
            </p:grpSpPr>
            <p:sp>
              <p:nvSpPr>
                <p:cNvPr id="20" name="Line 32">
                  <a:extLst>
                    <a:ext uri="{FF2B5EF4-FFF2-40B4-BE49-F238E27FC236}">
                      <a16:creationId xmlns:a16="http://schemas.microsoft.com/office/drawing/2014/main" id="{2B10760A-9705-4B0A-95C7-C50E31F73B9C}"/>
                    </a:ext>
                  </a:extLst>
                </p:cNvPr>
                <p:cNvSpPr>
                  <a:spLocks noChangeShapeType="1"/>
                </p:cNvSpPr>
                <p:nvPr/>
              </p:nvSpPr>
              <p:spPr bwMode="auto">
                <a:xfrm>
                  <a:off x="18257" y="250"/>
                  <a:ext cx="0" cy="181"/>
                </a:xfrm>
                <a:prstGeom prst="line">
                  <a:avLst/>
                </a:prstGeom>
                <a:noFill/>
                <a:ln w="9525">
                  <a:solidFill>
                    <a:schemeClr val="bg1"/>
                  </a:solidFill>
                  <a:round/>
                  <a:headEnd/>
                  <a:tailEnd/>
                </a:ln>
                <a:effectLst/>
              </p:spPr>
              <p:txBody>
                <a:bodyPr/>
                <a:lstStyle/>
                <a:p>
                  <a:endParaRPr lang="nl-BE"/>
                </a:p>
              </p:txBody>
            </p:sp>
            <p:sp>
              <p:nvSpPr>
                <p:cNvPr id="21" name="Line 33">
                  <a:extLst>
                    <a:ext uri="{FF2B5EF4-FFF2-40B4-BE49-F238E27FC236}">
                      <a16:creationId xmlns:a16="http://schemas.microsoft.com/office/drawing/2014/main" id="{07A27610-CEA7-49CC-9A37-1E8FDB10BB14}"/>
                    </a:ext>
                  </a:extLst>
                </p:cNvPr>
                <p:cNvSpPr>
                  <a:spLocks noChangeShapeType="1"/>
                </p:cNvSpPr>
                <p:nvPr/>
              </p:nvSpPr>
              <p:spPr bwMode="auto">
                <a:xfrm>
                  <a:off x="17849" y="114"/>
                  <a:ext cx="227" cy="0"/>
                </a:xfrm>
                <a:prstGeom prst="line">
                  <a:avLst/>
                </a:prstGeom>
                <a:noFill/>
                <a:ln w="9525">
                  <a:solidFill>
                    <a:schemeClr val="bg1"/>
                  </a:solidFill>
                  <a:round/>
                  <a:headEnd/>
                  <a:tailEnd/>
                </a:ln>
                <a:effectLst/>
              </p:spPr>
              <p:txBody>
                <a:bodyPr/>
                <a:lstStyle/>
                <a:p>
                  <a:endParaRPr lang="nl-BE"/>
                </a:p>
              </p:txBody>
            </p:sp>
          </p:grpSp>
          <p:grpSp>
            <p:nvGrpSpPr>
              <p:cNvPr id="13" name="Group 34">
                <a:extLst>
                  <a:ext uri="{FF2B5EF4-FFF2-40B4-BE49-F238E27FC236}">
                    <a16:creationId xmlns:a16="http://schemas.microsoft.com/office/drawing/2014/main" id="{B7313661-6805-4286-B21F-352DE01C4C6C}"/>
                  </a:ext>
                </a:extLst>
              </p:cNvPr>
              <p:cNvGrpSpPr>
                <a:grpSpLocks/>
              </p:cNvGrpSpPr>
              <p:nvPr userDrawn="1"/>
            </p:nvGrpSpPr>
            <p:grpSpPr bwMode="auto">
              <a:xfrm>
                <a:off x="114" y="26966"/>
                <a:ext cx="18143" cy="357"/>
                <a:chOff x="114" y="26966"/>
                <a:chExt cx="18143" cy="357"/>
              </a:xfrm>
            </p:grpSpPr>
            <p:grpSp>
              <p:nvGrpSpPr>
                <p:cNvPr id="14" name="Group 35">
                  <a:extLst>
                    <a:ext uri="{FF2B5EF4-FFF2-40B4-BE49-F238E27FC236}">
                      <a16:creationId xmlns:a16="http://schemas.microsoft.com/office/drawing/2014/main" id="{B0B42D38-CC1E-46FA-BE82-E037A849A998}"/>
                    </a:ext>
                  </a:extLst>
                </p:cNvPr>
                <p:cNvGrpSpPr>
                  <a:grpSpLocks/>
                </p:cNvGrpSpPr>
                <p:nvPr userDrawn="1"/>
              </p:nvGrpSpPr>
              <p:grpSpPr bwMode="auto">
                <a:xfrm>
                  <a:off x="114" y="26966"/>
                  <a:ext cx="345" cy="357"/>
                  <a:chOff x="114" y="26966"/>
                  <a:chExt cx="345" cy="357"/>
                </a:xfrm>
              </p:grpSpPr>
              <p:sp>
                <p:nvSpPr>
                  <p:cNvPr id="18" name="Line 36">
                    <a:extLst>
                      <a:ext uri="{FF2B5EF4-FFF2-40B4-BE49-F238E27FC236}">
                        <a16:creationId xmlns:a16="http://schemas.microsoft.com/office/drawing/2014/main" id="{CFEB36B3-F93D-4A76-9364-6A51C4D08811}"/>
                      </a:ext>
                    </a:extLst>
                  </p:cNvPr>
                  <p:cNvSpPr>
                    <a:spLocks noChangeShapeType="1"/>
                  </p:cNvSpPr>
                  <p:nvPr/>
                </p:nvSpPr>
                <p:spPr bwMode="auto">
                  <a:xfrm>
                    <a:off x="232" y="27323"/>
                    <a:ext cx="227" cy="0"/>
                  </a:xfrm>
                  <a:prstGeom prst="line">
                    <a:avLst/>
                  </a:prstGeom>
                  <a:noFill/>
                  <a:ln w="9525">
                    <a:solidFill>
                      <a:schemeClr val="bg1"/>
                    </a:solidFill>
                    <a:round/>
                    <a:headEnd/>
                    <a:tailEnd/>
                  </a:ln>
                  <a:effectLst/>
                </p:spPr>
                <p:txBody>
                  <a:bodyPr/>
                  <a:lstStyle/>
                  <a:p>
                    <a:endParaRPr lang="nl-BE"/>
                  </a:p>
                </p:txBody>
              </p:sp>
              <p:sp>
                <p:nvSpPr>
                  <p:cNvPr id="19" name="Line 37">
                    <a:extLst>
                      <a:ext uri="{FF2B5EF4-FFF2-40B4-BE49-F238E27FC236}">
                        <a16:creationId xmlns:a16="http://schemas.microsoft.com/office/drawing/2014/main" id="{5124C003-055A-49D9-94AF-F323D84B43E9}"/>
                      </a:ext>
                    </a:extLst>
                  </p:cNvPr>
                  <p:cNvSpPr>
                    <a:spLocks noChangeShapeType="1"/>
                  </p:cNvSpPr>
                  <p:nvPr/>
                </p:nvSpPr>
                <p:spPr bwMode="auto">
                  <a:xfrm>
                    <a:off x="114" y="26966"/>
                    <a:ext cx="0" cy="181"/>
                  </a:xfrm>
                  <a:prstGeom prst="line">
                    <a:avLst/>
                  </a:prstGeom>
                  <a:noFill/>
                  <a:ln w="9525">
                    <a:solidFill>
                      <a:schemeClr val="bg1"/>
                    </a:solidFill>
                    <a:round/>
                    <a:headEnd/>
                    <a:tailEnd/>
                  </a:ln>
                  <a:effectLst/>
                </p:spPr>
                <p:txBody>
                  <a:bodyPr/>
                  <a:lstStyle/>
                  <a:p>
                    <a:endParaRPr lang="nl-BE"/>
                  </a:p>
                </p:txBody>
              </p:sp>
            </p:grpSp>
            <p:grpSp>
              <p:nvGrpSpPr>
                <p:cNvPr id="15" name="Group 38">
                  <a:extLst>
                    <a:ext uri="{FF2B5EF4-FFF2-40B4-BE49-F238E27FC236}">
                      <a16:creationId xmlns:a16="http://schemas.microsoft.com/office/drawing/2014/main" id="{19744BDB-49C9-4830-A765-25109F34E399}"/>
                    </a:ext>
                  </a:extLst>
                </p:cNvPr>
                <p:cNvGrpSpPr>
                  <a:grpSpLocks/>
                </p:cNvGrpSpPr>
                <p:nvPr userDrawn="1"/>
              </p:nvGrpSpPr>
              <p:grpSpPr bwMode="auto">
                <a:xfrm>
                  <a:off x="17877" y="26966"/>
                  <a:ext cx="380" cy="357"/>
                  <a:chOff x="17877" y="26966"/>
                  <a:chExt cx="380" cy="357"/>
                </a:xfrm>
              </p:grpSpPr>
              <p:sp>
                <p:nvSpPr>
                  <p:cNvPr id="16" name="Line 39">
                    <a:extLst>
                      <a:ext uri="{FF2B5EF4-FFF2-40B4-BE49-F238E27FC236}">
                        <a16:creationId xmlns:a16="http://schemas.microsoft.com/office/drawing/2014/main" id="{9F2823A8-E762-4AE3-856F-1CE14DF7D12C}"/>
                      </a:ext>
                    </a:extLst>
                  </p:cNvPr>
                  <p:cNvSpPr>
                    <a:spLocks noChangeShapeType="1"/>
                  </p:cNvSpPr>
                  <p:nvPr/>
                </p:nvSpPr>
                <p:spPr bwMode="auto">
                  <a:xfrm>
                    <a:off x="17877" y="27323"/>
                    <a:ext cx="227" cy="0"/>
                  </a:xfrm>
                  <a:prstGeom prst="line">
                    <a:avLst/>
                  </a:prstGeom>
                  <a:noFill/>
                  <a:ln w="9525">
                    <a:solidFill>
                      <a:schemeClr val="bg1"/>
                    </a:solidFill>
                    <a:round/>
                    <a:headEnd/>
                    <a:tailEnd/>
                  </a:ln>
                  <a:effectLst/>
                </p:spPr>
                <p:txBody>
                  <a:bodyPr/>
                  <a:lstStyle/>
                  <a:p>
                    <a:endParaRPr lang="nl-BE"/>
                  </a:p>
                </p:txBody>
              </p:sp>
              <p:sp>
                <p:nvSpPr>
                  <p:cNvPr id="17" name="Line 40">
                    <a:extLst>
                      <a:ext uri="{FF2B5EF4-FFF2-40B4-BE49-F238E27FC236}">
                        <a16:creationId xmlns:a16="http://schemas.microsoft.com/office/drawing/2014/main" id="{015752DF-C20E-4519-AD6D-59714467B4C0}"/>
                      </a:ext>
                    </a:extLst>
                  </p:cNvPr>
                  <p:cNvSpPr>
                    <a:spLocks noChangeShapeType="1"/>
                  </p:cNvSpPr>
                  <p:nvPr/>
                </p:nvSpPr>
                <p:spPr bwMode="auto">
                  <a:xfrm>
                    <a:off x="18257" y="26966"/>
                    <a:ext cx="0" cy="181"/>
                  </a:xfrm>
                  <a:prstGeom prst="line">
                    <a:avLst/>
                  </a:prstGeom>
                  <a:noFill/>
                  <a:ln w="9525">
                    <a:solidFill>
                      <a:schemeClr val="bg1"/>
                    </a:solidFill>
                    <a:round/>
                    <a:headEnd/>
                    <a:tailEnd/>
                  </a:ln>
                  <a:effectLst/>
                </p:spPr>
                <p:txBody>
                  <a:bodyPr/>
                  <a:lstStyle/>
                  <a:p>
                    <a:endParaRPr lang="nl-BE"/>
                  </a:p>
                </p:txBody>
              </p:sp>
            </p:grpSp>
          </p:grpSp>
        </p:grpSp>
      </p:grpSp>
      <p:sp>
        <p:nvSpPr>
          <p:cNvPr id="6" name="Picture Placeholder 5">
            <a:extLst>
              <a:ext uri="{FF2B5EF4-FFF2-40B4-BE49-F238E27FC236}">
                <a16:creationId xmlns:a16="http://schemas.microsoft.com/office/drawing/2014/main" id="{3E6685BE-24E0-4537-B4CE-173C597F142A}"/>
              </a:ext>
            </a:extLst>
          </p:cNvPr>
          <p:cNvSpPr>
            <a:spLocks noGrp="1"/>
          </p:cNvSpPr>
          <p:nvPr>
            <p:ph type="pic" sz="quarter" idx="11"/>
          </p:nvPr>
        </p:nvSpPr>
        <p:spPr>
          <a:xfrm>
            <a:off x="2005013" y="5005388"/>
            <a:ext cx="25393650" cy="17210087"/>
          </a:xfrm>
        </p:spPr>
        <p:txBody>
          <a:bodyPr/>
          <a:lstStyle/>
          <a:p>
            <a:r>
              <a:rPr lang="en-US"/>
              <a:t>Click icon to add picture</a:t>
            </a:r>
            <a:endParaRPr lang="nl-NL"/>
          </a:p>
        </p:txBody>
      </p:sp>
      <p:pic>
        <p:nvPicPr>
          <p:cNvPr id="25" name="Picture 24">
            <a:extLst>
              <a:ext uri="{FF2B5EF4-FFF2-40B4-BE49-F238E27FC236}">
                <a16:creationId xmlns:a16="http://schemas.microsoft.com/office/drawing/2014/main" id="{A73A2F3D-CAE7-44AC-8E01-EEFB6DD01373}"/>
              </a:ext>
            </a:extLst>
          </p:cNvPr>
          <p:cNvPicPr>
            <a:picLocks noChangeAspect="1"/>
          </p:cNvPicPr>
          <p:nvPr userDrawn="1"/>
        </p:nvPicPr>
        <p:blipFill>
          <a:blip r:embed="rId3"/>
          <a:stretch>
            <a:fillRect/>
          </a:stretch>
        </p:blipFill>
        <p:spPr>
          <a:xfrm>
            <a:off x="6152679" y="5148415"/>
            <a:ext cx="16858604" cy="16924032"/>
          </a:xfrm>
          <a:prstGeom prst="rect">
            <a:avLst/>
          </a:prstGeom>
        </p:spPr>
      </p:pic>
      <p:pic>
        <p:nvPicPr>
          <p:cNvPr id="24" name="Afbeelding 1">
            <a:extLst>
              <a:ext uri="{FF2B5EF4-FFF2-40B4-BE49-F238E27FC236}">
                <a16:creationId xmlns:a16="http://schemas.microsoft.com/office/drawing/2014/main" id="{F4AB9041-0EE5-41CB-9256-1FC2465B5020}"/>
              </a:ext>
            </a:extLst>
          </p:cNvPr>
          <p:cNvPicPr>
            <a:picLocks noChangeAspect="1"/>
          </p:cNvPicPr>
          <p:nvPr userDrawn="1"/>
        </p:nvPicPr>
        <p:blipFill>
          <a:blip r:embed="rId2"/>
          <a:srcRect/>
          <a:stretch/>
        </p:blipFill>
        <p:spPr>
          <a:xfrm>
            <a:off x="1981982" y="220314"/>
            <a:ext cx="4789617" cy="1738805"/>
          </a:xfrm>
          <a:prstGeom prst="rect">
            <a:avLst/>
          </a:prstGeom>
        </p:spPr>
      </p:pic>
      <p:grpSp>
        <p:nvGrpSpPr>
          <p:cNvPr id="31" name="Group 30">
            <a:extLst>
              <a:ext uri="{FF2B5EF4-FFF2-40B4-BE49-F238E27FC236}">
                <a16:creationId xmlns:a16="http://schemas.microsoft.com/office/drawing/2014/main" id="{191656FF-EDB4-4147-87DC-BD13F296D668}"/>
              </a:ext>
            </a:extLst>
          </p:cNvPr>
          <p:cNvGrpSpPr/>
          <p:nvPr userDrawn="1"/>
        </p:nvGrpSpPr>
        <p:grpSpPr>
          <a:xfrm>
            <a:off x="6777755" y="339011"/>
            <a:ext cx="8952149" cy="1147924"/>
            <a:chOff x="6777754" y="339011"/>
            <a:chExt cx="13081220" cy="1677390"/>
          </a:xfrm>
        </p:grpSpPr>
        <p:pic>
          <p:nvPicPr>
            <p:cNvPr id="32" name="Picture 2">
              <a:extLst>
                <a:ext uri="{FF2B5EF4-FFF2-40B4-BE49-F238E27FC236}">
                  <a16:creationId xmlns:a16="http://schemas.microsoft.com/office/drawing/2014/main" id="{DB0074D2-B3EC-490F-9C1A-4FC0259DF155}"/>
                </a:ext>
              </a:extLst>
            </p:cNvPr>
            <p:cNvPicPr>
              <a:picLocks noChangeAspect="1" noChangeArrowheads="1"/>
            </p:cNvPicPr>
            <p:nvPr userDrawn="1"/>
          </p:nvPicPr>
          <p:blipFill>
            <a:blip r:embed="rId4">
              <a:lum bright="70000" contrast="-70000"/>
            </a:blip>
            <a:srcRect/>
            <a:stretch/>
          </p:blipFill>
          <p:spPr bwMode="auto">
            <a:xfrm>
              <a:off x="6777754" y="339011"/>
              <a:ext cx="1677390" cy="167739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a:extLst>
                <a:ext uri="{FF2B5EF4-FFF2-40B4-BE49-F238E27FC236}">
                  <a16:creationId xmlns:a16="http://schemas.microsoft.com/office/drawing/2014/main" id="{CC65C9E5-350C-4276-8603-CA52E1CDE3E0}"/>
                </a:ext>
              </a:extLst>
            </p:cNvPr>
            <p:cNvPicPr>
              <a:picLocks noChangeAspect="1" noChangeArrowheads="1"/>
            </p:cNvPicPr>
            <p:nvPr userDrawn="1"/>
          </p:nvPicPr>
          <p:blipFill>
            <a:blip r:embed="rId5">
              <a:lum bright="70000" contrast="-70000"/>
            </a:blip>
            <a:srcRect/>
            <a:stretch/>
          </p:blipFill>
          <p:spPr bwMode="auto">
            <a:xfrm>
              <a:off x="8423162" y="339011"/>
              <a:ext cx="1677390" cy="1677390"/>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02117EED-C175-4792-B747-0F3EDC27B4CA}"/>
                </a:ext>
              </a:extLst>
            </p:cNvPr>
            <p:cNvPicPr>
              <a:picLocks noChangeAspect="1" noChangeArrowheads="1"/>
            </p:cNvPicPr>
            <p:nvPr userDrawn="1"/>
          </p:nvPicPr>
          <p:blipFill>
            <a:blip r:embed="rId6">
              <a:lum bright="70000" contrast="-70000"/>
            </a:blip>
            <a:srcRect/>
            <a:stretch/>
          </p:blipFill>
          <p:spPr bwMode="auto">
            <a:xfrm>
              <a:off x="10068322"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a:extLst>
                <a:ext uri="{FF2B5EF4-FFF2-40B4-BE49-F238E27FC236}">
                  <a16:creationId xmlns:a16="http://schemas.microsoft.com/office/drawing/2014/main" id="{76883B3C-C811-4A67-A73D-687179C14AF8}"/>
                </a:ext>
              </a:extLst>
            </p:cNvPr>
            <p:cNvPicPr>
              <a:picLocks noChangeAspect="1" noChangeArrowheads="1"/>
            </p:cNvPicPr>
            <p:nvPr userDrawn="1"/>
          </p:nvPicPr>
          <p:blipFill>
            <a:blip r:embed="rId7">
              <a:lum bright="70000" contrast="-70000"/>
            </a:blip>
            <a:srcRect/>
            <a:stretch/>
          </p:blipFill>
          <p:spPr bwMode="auto">
            <a:xfrm>
              <a:off x="11713480"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a:extLst>
                <a:ext uri="{FF2B5EF4-FFF2-40B4-BE49-F238E27FC236}">
                  <a16:creationId xmlns:a16="http://schemas.microsoft.com/office/drawing/2014/main" id="{87B7DA0E-B22A-4ABE-8B33-F3EBFB7DE06B}"/>
                </a:ext>
              </a:extLst>
            </p:cNvPr>
            <p:cNvPicPr>
              <a:picLocks noChangeAspect="1" noChangeArrowheads="1"/>
            </p:cNvPicPr>
            <p:nvPr userDrawn="1"/>
          </p:nvPicPr>
          <p:blipFill>
            <a:blip r:embed="rId8">
              <a:lum bright="70000" contrast="-70000"/>
            </a:blip>
            <a:srcRect/>
            <a:stretch/>
          </p:blipFill>
          <p:spPr bwMode="auto">
            <a:xfrm>
              <a:off x="14891270"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a:extLst>
                <a:ext uri="{FF2B5EF4-FFF2-40B4-BE49-F238E27FC236}">
                  <a16:creationId xmlns:a16="http://schemas.microsoft.com/office/drawing/2014/main" id="{6CADBFEF-C2CF-48B1-8B31-0073995ABEC6}"/>
                </a:ext>
              </a:extLst>
            </p:cNvPr>
            <p:cNvPicPr>
              <a:picLocks noChangeAspect="1" noChangeArrowheads="1"/>
            </p:cNvPicPr>
            <p:nvPr userDrawn="1"/>
          </p:nvPicPr>
          <p:blipFill>
            <a:blip r:embed="rId9">
              <a:lum bright="70000" contrast="-70000"/>
            </a:blip>
            <a:srcRect/>
            <a:stretch/>
          </p:blipFill>
          <p:spPr bwMode="auto">
            <a:xfrm>
              <a:off x="16568659"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a:extLst>
                <a:ext uri="{FF2B5EF4-FFF2-40B4-BE49-F238E27FC236}">
                  <a16:creationId xmlns:a16="http://schemas.microsoft.com/office/drawing/2014/main" id="{3D666463-A370-4423-96A2-B644A7627268}"/>
                </a:ext>
              </a:extLst>
            </p:cNvPr>
            <p:cNvPicPr>
              <a:picLocks noChangeAspect="1" noChangeArrowheads="1"/>
            </p:cNvPicPr>
            <p:nvPr userDrawn="1"/>
          </p:nvPicPr>
          <p:blipFill>
            <a:blip r:embed="rId10">
              <a:lum bright="70000" contrast="-70000"/>
            </a:blip>
            <a:srcRect/>
            <a:stretch/>
          </p:blipFill>
          <p:spPr bwMode="auto">
            <a:xfrm>
              <a:off x="18181585"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a:extLst>
                <a:ext uri="{FF2B5EF4-FFF2-40B4-BE49-F238E27FC236}">
                  <a16:creationId xmlns:a16="http://schemas.microsoft.com/office/drawing/2014/main" id="{35E0BF9F-9714-4D24-8A2F-AB812F97F06C}"/>
                </a:ext>
              </a:extLst>
            </p:cNvPr>
            <p:cNvPicPr>
              <a:picLocks noChangeAspect="1" noChangeArrowheads="1"/>
            </p:cNvPicPr>
            <p:nvPr userDrawn="1"/>
          </p:nvPicPr>
          <p:blipFill>
            <a:blip r:embed="rId11">
              <a:lum bright="70000" contrast="-70000"/>
            </a:blip>
            <a:srcRect/>
            <a:stretch/>
          </p:blipFill>
          <p:spPr bwMode="auto">
            <a:xfrm>
              <a:off x="13257270"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597891378"/>
      </p:ext>
    </p:extLst>
  </p:cSld>
  <p:clrMapOvr>
    <a:masterClrMapping/>
  </p:clrMapOvr>
  <p:transition spd="slow">
    <p:push/>
  </p:transition>
  <p:extLst>
    <p:ext uri="{DCECCB84-F9BA-43D5-87BE-67443E8EF086}">
      <p15:sldGuideLst xmlns:p15="http://schemas.microsoft.com/office/powerpoint/2012/main">
        <p15:guide id="1" orient="horz" pos="13607">
          <p15:clr>
            <a:srgbClr val="FBAE40"/>
          </p15:clr>
        </p15:guide>
        <p15:guide id="2" pos="194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creen - with Deivic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8B97DBE-CE18-664E-B3DE-0B7964E48F34}"/>
              </a:ext>
            </a:extLst>
          </p:cNvPr>
          <p:cNvPicPr>
            <a:picLocks noChangeAspect="1"/>
          </p:cNvPicPr>
          <p:nvPr userDrawn="1"/>
        </p:nvPicPr>
        <p:blipFill>
          <a:blip r:embed="rId2"/>
          <a:srcRect/>
          <a:stretch/>
        </p:blipFill>
        <p:spPr>
          <a:xfrm>
            <a:off x="1037251" y="41793853"/>
            <a:ext cx="4250695" cy="1543157"/>
          </a:xfrm>
          <a:prstGeom prst="rect">
            <a:avLst/>
          </a:prstGeom>
        </p:spPr>
      </p:pic>
      <p:sp>
        <p:nvSpPr>
          <p:cNvPr id="11" name="TextBox 10">
            <a:extLst>
              <a:ext uri="{FF2B5EF4-FFF2-40B4-BE49-F238E27FC236}">
                <a16:creationId xmlns:a16="http://schemas.microsoft.com/office/drawing/2014/main" id="{A1379C90-2ABC-9044-B12A-55243AA9ECBD}"/>
              </a:ext>
            </a:extLst>
          </p:cNvPr>
          <p:cNvSpPr txBox="1"/>
          <p:nvPr userDrawn="1"/>
        </p:nvSpPr>
        <p:spPr>
          <a:xfrm>
            <a:off x="24612053" y="42078980"/>
            <a:ext cx="3413145" cy="972905"/>
          </a:xfrm>
          <a:prstGeom prst="rect">
            <a:avLst/>
          </a:prstGeom>
          <a:noFill/>
        </p:spPr>
        <p:txBody>
          <a:bodyPr wrap="square" rtlCol="0">
            <a:spAutoFit/>
          </a:bodyPr>
          <a:lstStyle/>
          <a:p>
            <a:pPr algn="r">
              <a:spcBef>
                <a:spcPts val="1429"/>
              </a:spcBef>
            </a:pPr>
            <a:r>
              <a:rPr lang="en-GB" sz="5717" b="1" noProof="1">
                <a:solidFill>
                  <a:schemeClr val="accent1"/>
                </a:solidFill>
              </a:rPr>
              <a:t>vito.be</a:t>
            </a:r>
          </a:p>
        </p:txBody>
      </p:sp>
      <p:sp>
        <p:nvSpPr>
          <p:cNvPr id="2" name="Title 1">
            <a:extLst>
              <a:ext uri="{FF2B5EF4-FFF2-40B4-BE49-F238E27FC236}">
                <a16:creationId xmlns:a16="http://schemas.microsoft.com/office/drawing/2014/main" id="{50F5E257-BD25-430C-953C-653125317323}"/>
              </a:ext>
            </a:extLst>
          </p:cNvPr>
          <p:cNvSpPr>
            <a:spLocks noGrp="1"/>
          </p:cNvSpPr>
          <p:nvPr>
            <p:ph type="title"/>
          </p:nvPr>
        </p:nvSpPr>
        <p:spPr>
          <a:xfrm>
            <a:off x="2005023" y="2319477"/>
            <a:ext cx="25393640" cy="2109476"/>
          </a:xfrm>
          <a:solidFill>
            <a:schemeClr val="accent1"/>
          </a:solidFill>
        </p:spPr>
        <p:txBody>
          <a:bodyPr anchor="t">
            <a:normAutofit/>
          </a:bodyPr>
          <a:lstStyle>
            <a:lvl1pPr>
              <a:lnSpc>
                <a:spcPct val="100000"/>
              </a:lnSpc>
              <a:defRPr sz="9600">
                <a:solidFill>
                  <a:schemeClr val="bg1"/>
                </a:solidFill>
              </a:defRPr>
            </a:lvl1pPr>
          </a:lstStyle>
          <a:p>
            <a:r>
              <a:rPr lang="en-US"/>
              <a:t>Click to edit Master title style</a:t>
            </a:r>
            <a:endParaRPr lang="nl-NL" dirty="0"/>
          </a:p>
        </p:txBody>
      </p:sp>
      <p:sp>
        <p:nvSpPr>
          <p:cNvPr id="4" name="Text Placeholder 3">
            <a:extLst>
              <a:ext uri="{FF2B5EF4-FFF2-40B4-BE49-F238E27FC236}">
                <a16:creationId xmlns:a16="http://schemas.microsoft.com/office/drawing/2014/main" id="{3807E08B-3115-4FE2-82B3-D454CD973E86}"/>
              </a:ext>
            </a:extLst>
          </p:cNvPr>
          <p:cNvSpPr>
            <a:spLocks noGrp="1"/>
          </p:cNvSpPr>
          <p:nvPr>
            <p:ph type="body" sz="quarter" idx="10"/>
          </p:nvPr>
        </p:nvSpPr>
        <p:spPr>
          <a:xfrm>
            <a:off x="2005013" y="22718984"/>
            <a:ext cx="25393650" cy="18527301"/>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grpSp>
        <p:nvGrpSpPr>
          <p:cNvPr id="7" name="Group 26">
            <a:extLst>
              <a:ext uri="{FF2B5EF4-FFF2-40B4-BE49-F238E27FC236}">
                <a16:creationId xmlns:a16="http://schemas.microsoft.com/office/drawing/2014/main" id="{E5252A56-1D5C-4B64-AB6C-6720CD5E0D1A}"/>
              </a:ext>
            </a:extLst>
          </p:cNvPr>
          <p:cNvGrpSpPr>
            <a:grpSpLocks/>
          </p:cNvGrpSpPr>
          <p:nvPr userDrawn="1"/>
        </p:nvGrpSpPr>
        <p:grpSpPr bwMode="auto">
          <a:xfrm>
            <a:off x="180975" y="180975"/>
            <a:ext cx="28802013" cy="43194288"/>
            <a:chOff x="114" y="114"/>
            <a:chExt cx="18143" cy="27209"/>
          </a:xfrm>
        </p:grpSpPr>
        <p:grpSp>
          <p:nvGrpSpPr>
            <p:cNvPr id="8" name="Group 27">
              <a:extLst>
                <a:ext uri="{FF2B5EF4-FFF2-40B4-BE49-F238E27FC236}">
                  <a16:creationId xmlns:a16="http://schemas.microsoft.com/office/drawing/2014/main" id="{F8D5449F-9F26-4CAD-8854-67DDCCA4C4B2}"/>
                </a:ext>
              </a:extLst>
            </p:cNvPr>
            <p:cNvGrpSpPr>
              <a:grpSpLocks/>
            </p:cNvGrpSpPr>
            <p:nvPr userDrawn="1"/>
          </p:nvGrpSpPr>
          <p:grpSpPr bwMode="auto">
            <a:xfrm>
              <a:off x="114" y="114"/>
              <a:ext cx="317" cy="317"/>
              <a:chOff x="114" y="114"/>
              <a:chExt cx="317" cy="317"/>
            </a:xfrm>
          </p:grpSpPr>
          <p:sp>
            <p:nvSpPr>
              <p:cNvPr id="22" name="Line 28">
                <a:extLst>
                  <a:ext uri="{FF2B5EF4-FFF2-40B4-BE49-F238E27FC236}">
                    <a16:creationId xmlns:a16="http://schemas.microsoft.com/office/drawing/2014/main" id="{38416D69-0139-4DF4-BA28-74AE2CBCDDE7}"/>
                  </a:ext>
                </a:extLst>
              </p:cNvPr>
              <p:cNvSpPr>
                <a:spLocks noChangeShapeType="1"/>
              </p:cNvSpPr>
              <p:nvPr/>
            </p:nvSpPr>
            <p:spPr bwMode="auto">
              <a:xfrm>
                <a:off x="114" y="250"/>
                <a:ext cx="0" cy="181"/>
              </a:xfrm>
              <a:prstGeom prst="line">
                <a:avLst/>
              </a:prstGeom>
              <a:noFill/>
              <a:ln w="9525">
                <a:solidFill>
                  <a:schemeClr val="tx1"/>
                </a:solidFill>
                <a:round/>
                <a:headEnd/>
                <a:tailEnd/>
              </a:ln>
              <a:effectLst/>
            </p:spPr>
            <p:txBody>
              <a:bodyPr/>
              <a:lstStyle/>
              <a:p>
                <a:endParaRPr lang="nl-BE"/>
              </a:p>
            </p:txBody>
          </p:sp>
          <p:sp>
            <p:nvSpPr>
              <p:cNvPr id="23" name="Line 29">
                <a:extLst>
                  <a:ext uri="{FF2B5EF4-FFF2-40B4-BE49-F238E27FC236}">
                    <a16:creationId xmlns:a16="http://schemas.microsoft.com/office/drawing/2014/main" id="{76D2DDD9-C1C3-44DF-971F-6DB3A3E013A6}"/>
                  </a:ext>
                </a:extLst>
              </p:cNvPr>
              <p:cNvSpPr>
                <a:spLocks noChangeShapeType="1"/>
              </p:cNvSpPr>
              <p:nvPr/>
            </p:nvSpPr>
            <p:spPr bwMode="auto">
              <a:xfrm>
                <a:off x="204" y="114"/>
                <a:ext cx="227" cy="0"/>
              </a:xfrm>
              <a:prstGeom prst="line">
                <a:avLst/>
              </a:prstGeom>
              <a:noFill/>
              <a:ln w="9525">
                <a:solidFill>
                  <a:schemeClr val="tx1"/>
                </a:solidFill>
                <a:round/>
                <a:headEnd/>
                <a:tailEnd/>
              </a:ln>
              <a:effectLst/>
            </p:spPr>
            <p:txBody>
              <a:bodyPr/>
              <a:lstStyle/>
              <a:p>
                <a:endParaRPr lang="nl-BE"/>
              </a:p>
            </p:txBody>
          </p:sp>
        </p:grpSp>
        <p:grpSp>
          <p:nvGrpSpPr>
            <p:cNvPr id="9" name="Group 30">
              <a:extLst>
                <a:ext uri="{FF2B5EF4-FFF2-40B4-BE49-F238E27FC236}">
                  <a16:creationId xmlns:a16="http://schemas.microsoft.com/office/drawing/2014/main" id="{EAAB4640-0DD5-478E-84FF-A0D40296AF3B}"/>
                </a:ext>
              </a:extLst>
            </p:cNvPr>
            <p:cNvGrpSpPr>
              <a:grpSpLocks/>
            </p:cNvGrpSpPr>
            <p:nvPr userDrawn="1"/>
          </p:nvGrpSpPr>
          <p:grpSpPr bwMode="auto">
            <a:xfrm>
              <a:off x="114" y="114"/>
              <a:ext cx="18143" cy="27209"/>
              <a:chOff x="114" y="114"/>
              <a:chExt cx="18143" cy="27209"/>
            </a:xfrm>
          </p:grpSpPr>
          <p:grpSp>
            <p:nvGrpSpPr>
              <p:cNvPr id="10" name="Group 31">
                <a:extLst>
                  <a:ext uri="{FF2B5EF4-FFF2-40B4-BE49-F238E27FC236}">
                    <a16:creationId xmlns:a16="http://schemas.microsoft.com/office/drawing/2014/main" id="{6AA84242-688C-4330-B3E4-66CAB34EC8EB}"/>
                  </a:ext>
                </a:extLst>
              </p:cNvPr>
              <p:cNvGrpSpPr>
                <a:grpSpLocks/>
              </p:cNvGrpSpPr>
              <p:nvPr userDrawn="1"/>
            </p:nvGrpSpPr>
            <p:grpSpPr bwMode="auto">
              <a:xfrm>
                <a:off x="17849" y="114"/>
                <a:ext cx="408" cy="317"/>
                <a:chOff x="17849" y="114"/>
                <a:chExt cx="408" cy="317"/>
              </a:xfrm>
            </p:grpSpPr>
            <p:sp>
              <p:nvSpPr>
                <p:cNvPr id="20" name="Line 32">
                  <a:extLst>
                    <a:ext uri="{FF2B5EF4-FFF2-40B4-BE49-F238E27FC236}">
                      <a16:creationId xmlns:a16="http://schemas.microsoft.com/office/drawing/2014/main" id="{2B10760A-9705-4B0A-95C7-C50E31F73B9C}"/>
                    </a:ext>
                  </a:extLst>
                </p:cNvPr>
                <p:cNvSpPr>
                  <a:spLocks noChangeShapeType="1"/>
                </p:cNvSpPr>
                <p:nvPr/>
              </p:nvSpPr>
              <p:spPr bwMode="auto">
                <a:xfrm>
                  <a:off x="18257" y="250"/>
                  <a:ext cx="0" cy="181"/>
                </a:xfrm>
                <a:prstGeom prst="line">
                  <a:avLst/>
                </a:prstGeom>
                <a:noFill/>
                <a:ln w="9525">
                  <a:solidFill>
                    <a:schemeClr val="tx1"/>
                  </a:solidFill>
                  <a:round/>
                  <a:headEnd/>
                  <a:tailEnd/>
                </a:ln>
                <a:effectLst/>
              </p:spPr>
              <p:txBody>
                <a:bodyPr/>
                <a:lstStyle/>
                <a:p>
                  <a:endParaRPr lang="nl-BE"/>
                </a:p>
              </p:txBody>
            </p:sp>
            <p:sp>
              <p:nvSpPr>
                <p:cNvPr id="21" name="Line 33">
                  <a:extLst>
                    <a:ext uri="{FF2B5EF4-FFF2-40B4-BE49-F238E27FC236}">
                      <a16:creationId xmlns:a16="http://schemas.microsoft.com/office/drawing/2014/main" id="{07A27610-CEA7-49CC-9A37-1E8FDB10BB14}"/>
                    </a:ext>
                  </a:extLst>
                </p:cNvPr>
                <p:cNvSpPr>
                  <a:spLocks noChangeShapeType="1"/>
                </p:cNvSpPr>
                <p:nvPr/>
              </p:nvSpPr>
              <p:spPr bwMode="auto">
                <a:xfrm>
                  <a:off x="17849" y="114"/>
                  <a:ext cx="227" cy="0"/>
                </a:xfrm>
                <a:prstGeom prst="line">
                  <a:avLst/>
                </a:prstGeom>
                <a:noFill/>
                <a:ln w="9525">
                  <a:solidFill>
                    <a:schemeClr val="tx1"/>
                  </a:solidFill>
                  <a:round/>
                  <a:headEnd/>
                  <a:tailEnd/>
                </a:ln>
                <a:effectLst/>
              </p:spPr>
              <p:txBody>
                <a:bodyPr/>
                <a:lstStyle/>
                <a:p>
                  <a:endParaRPr lang="nl-BE"/>
                </a:p>
              </p:txBody>
            </p:sp>
          </p:grpSp>
          <p:grpSp>
            <p:nvGrpSpPr>
              <p:cNvPr id="13" name="Group 34">
                <a:extLst>
                  <a:ext uri="{FF2B5EF4-FFF2-40B4-BE49-F238E27FC236}">
                    <a16:creationId xmlns:a16="http://schemas.microsoft.com/office/drawing/2014/main" id="{B7313661-6805-4286-B21F-352DE01C4C6C}"/>
                  </a:ext>
                </a:extLst>
              </p:cNvPr>
              <p:cNvGrpSpPr>
                <a:grpSpLocks/>
              </p:cNvGrpSpPr>
              <p:nvPr userDrawn="1"/>
            </p:nvGrpSpPr>
            <p:grpSpPr bwMode="auto">
              <a:xfrm>
                <a:off x="114" y="26966"/>
                <a:ext cx="18143" cy="357"/>
                <a:chOff x="114" y="26966"/>
                <a:chExt cx="18143" cy="357"/>
              </a:xfrm>
            </p:grpSpPr>
            <p:grpSp>
              <p:nvGrpSpPr>
                <p:cNvPr id="14" name="Group 35">
                  <a:extLst>
                    <a:ext uri="{FF2B5EF4-FFF2-40B4-BE49-F238E27FC236}">
                      <a16:creationId xmlns:a16="http://schemas.microsoft.com/office/drawing/2014/main" id="{B0B42D38-CC1E-46FA-BE82-E037A849A998}"/>
                    </a:ext>
                  </a:extLst>
                </p:cNvPr>
                <p:cNvGrpSpPr>
                  <a:grpSpLocks/>
                </p:cNvGrpSpPr>
                <p:nvPr userDrawn="1"/>
              </p:nvGrpSpPr>
              <p:grpSpPr bwMode="auto">
                <a:xfrm>
                  <a:off x="114" y="26966"/>
                  <a:ext cx="345" cy="357"/>
                  <a:chOff x="114" y="26966"/>
                  <a:chExt cx="345" cy="357"/>
                </a:xfrm>
              </p:grpSpPr>
              <p:sp>
                <p:nvSpPr>
                  <p:cNvPr id="18" name="Line 36">
                    <a:extLst>
                      <a:ext uri="{FF2B5EF4-FFF2-40B4-BE49-F238E27FC236}">
                        <a16:creationId xmlns:a16="http://schemas.microsoft.com/office/drawing/2014/main" id="{CFEB36B3-F93D-4A76-9364-6A51C4D08811}"/>
                      </a:ext>
                    </a:extLst>
                  </p:cNvPr>
                  <p:cNvSpPr>
                    <a:spLocks noChangeShapeType="1"/>
                  </p:cNvSpPr>
                  <p:nvPr/>
                </p:nvSpPr>
                <p:spPr bwMode="auto">
                  <a:xfrm>
                    <a:off x="232" y="27323"/>
                    <a:ext cx="227" cy="0"/>
                  </a:xfrm>
                  <a:prstGeom prst="line">
                    <a:avLst/>
                  </a:prstGeom>
                  <a:noFill/>
                  <a:ln w="9525">
                    <a:solidFill>
                      <a:schemeClr val="tx1"/>
                    </a:solidFill>
                    <a:round/>
                    <a:headEnd/>
                    <a:tailEnd/>
                  </a:ln>
                  <a:effectLst/>
                </p:spPr>
                <p:txBody>
                  <a:bodyPr/>
                  <a:lstStyle/>
                  <a:p>
                    <a:endParaRPr lang="nl-BE"/>
                  </a:p>
                </p:txBody>
              </p:sp>
              <p:sp>
                <p:nvSpPr>
                  <p:cNvPr id="19" name="Line 37">
                    <a:extLst>
                      <a:ext uri="{FF2B5EF4-FFF2-40B4-BE49-F238E27FC236}">
                        <a16:creationId xmlns:a16="http://schemas.microsoft.com/office/drawing/2014/main" id="{5124C003-055A-49D9-94AF-F323D84B43E9}"/>
                      </a:ext>
                    </a:extLst>
                  </p:cNvPr>
                  <p:cNvSpPr>
                    <a:spLocks noChangeShapeType="1"/>
                  </p:cNvSpPr>
                  <p:nvPr/>
                </p:nvSpPr>
                <p:spPr bwMode="auto">
                  <a:xfrm>
                    <a:off x="114" y="26966"/>
                    <a:ext cx="0" cy="181"/>
                  </a:xfrm>
                  <a:prstGeom prst="line">
                    <a:avLst/>
                  </a:prstGeom>
                  <a:noFill/>
                  <a:ln w="9525">
                    <a:solidFill>
                      <a:schemeClr val="tx1"/>
                    </a:solidFill>
                    <a:round/>
                    <a:headEnd/>
                    <a:tailEnd/>
                  </a:ln>
                  <a:effectLst/>
                </p:spPr>
                <p:txBody>
                  <a:bodyPr/>
                  <a:lstStyle/>
                  <a:p>
                    <a:endParaRPr lang="nl-BE"/>
                  </a:p>
                </p:txBody>
              </p:sp>
            </p:grpSp>
            <p:grpSp>
              <p:nvGrpSpPr>
                <p:cNvPr id="15" name="Group 38">
                  <a:extLst>
                    <a:ext uri="{FF2B5EF4-FFF2-40B4-BE49-F238E27FC236}">
                      <a16:creationId xmlns:a16="http://schemas.microsoft.com/office/drawing/2014/main" id="{19744BDB-49C9-4830-A765-25109F34E399}"/>
                    </a:ext>
                  </a:extLst>
                </p:cNvPr>
                <p:cNvGrpSpPr>
                  <a:grpSpLocks/>
                </p:cNvGrpSpPr>
                <p:nvPr userDrawn="1"/>
              </p:nvGrpSpPr>
              <p:grpSpPr bwMode="auto">
                <a:xfrm>
                  <a:off x="17877" y="26966"/>
                  <a:ext cx="380" cy="357"/>
                  <a:chOff x="17877" y="26966"/>
                  <a:chExt cx="380" cy="357"/>
                </a:xfrm>
              </p:grpSpPr>
              <p:sp>
                <p:nvSpPr>
                  <p:cNvPr id="16" name="Line 39">
                    <a:extLst>
                      <a:ext uri="{FF2B5EF4-FFF2-40B4-BE49-F238E27FC236}">
                        <a16:creationId xmlns:a16="http://schemas.microsoft.com/office/drawing/2014/main" id="{9F2823A8-E762-4AE3-856F-1CE14DF7D12C}"/>
                      </a:ext>
                    </a:extLst>
                  </p:cNvPr>
                  <p:cNvSpPr>
                    <a:spLocks noChangeShapeType="1"/>
                  </p:cNvSpPr>
                  <p:nvPr/>
                </p:nvSpPr>
                <p:spPr bwMode="auto">
                  <a:xfrm>
                    <a:off x="17877" y="27323"/>
                    <a:ext cx="227" cy="0"/>
                  </a:xfrm>
                  <a:prstGeom prst="line">
                    <a:avLst/>
                  </a:prstGeom>
                  <a:noFill/>
                  <a:ln w="9525">
                    <a:solidFill>
                      <a:schemeClr val="tx1"/>
                    </a:solidFill>
                    <a:round/>
                    <a:headEnd/>
                    <a:tailEnd/>
                  </a:ln>
                  <a:effectLst/>
                </p:spPr>
                <p:txBody>
                  <a:bodyPr/>
                  <a:lstStyle/>
                  <a:p>
                    <a:endParaRPr lang="nl-BE"/>
                  </a:p>
                </p:txBody>
              </p:sp>
              <p:sp>
                <p:nvSpPr>
                  <p:cNvPr id="17" name="Line 40">
                    <a:extLst>
                      <a:ext uri="{FF2B5EF4-FFF2-40B4-BE49-F238E27FC236}">
                        <a16:creationId xmlns:a16="http://schemas.microsoft.com/office/drawing/2014/main" id="{015752DF-C20E-4519-AD6D-59714467B4C0}"/>
                      </a:ext>
                    </a:extLst>
                  </p:cNvPr>
                  <p:cNvSpPr>
                    <a:spLocks noChangeShapeType="1"/>
                  </p:cNvSpPr>
                  <p:nvPr/>
                </p:nvSpPr>
                <p:spPr bwMode="auto">
                  <a:xfrm>
                    <a:off x="18257" y="26966"/>
                    <a:ext cx="0" cy="181"/>
                  </a:xfrm>
                  <a:prstGeom prst="line">
                    <a:avLst/>
                  </a:prstGeom>
                  <a:noFill/>
                  <a:ln w="9525">
                    <a:solidFill>
                      <a:schemeClr val="tx1"/>
                    </a:solidFill>
                    <a:round/>
                    <a:headEnd/>
                    <a:tailEnd/>
                  </a:ln>
                  <a:effectLst/>
                </p:spPr>
                <p:txBody>
                  <a:bodyPr/>
                  <a:lstStyle/>
                  <a:p>
                    <a:endParaRPr lang="nl-BE"/>
                  </a:p>
                </p:txBody>
              </p:sp>
            </p:grpSp>
          </p:grpSp>
        </p:grpSp>
      </p:grpSp>
      <p:sp>
        <p:nvSpPr>
          <p:cNvPr id="6" name="Picture Placeholder 5">
            <a:extLst>
              <a:ext uri="{FF2B5EF4-FFF2-40B4-BE49-F238E27FC236}">
                <a16:creationId xmlns:a16="http://schemas.microsoft.com/office/drawing/2014/main" id="{3E6685BE-24E0-4537-B4CE-173C597F142A}"/>
              </a:ext>
            </a:extLst>
          </p:cNvPr>
          <p:cNvSpPr>
            <a:spLocks noGrp="1"/>
          </p:cNvSpPr>
          <p:nvPr>
            <p:ph type="pic" sz="quarter" idx="11"/>
          </p:nvPr>
        </p:nvSpPr>
        <p:spPr>
          <a:xfrm>
            <a:off x="2005013" y="5005388"/>
            <a:ext cx="25393650" cy="17210087"/>
          </a:xfrm>
        </p:spPr>
        <p:txBody>
          <a:bodyPr/>
          <a:lstStyle/>
          <a:p>
            <a:r>
              <a:rPr lang="en-US"/>
              <a:t>Click icon to add picture</a:t>
            </a:r>
            <a:endParaRPr lang="nl-NL"/>
          </a:p>
        </p:txBody>
      </p:sp>
      <p:pic>
        <p:nvPicPr>
          <p:cNvPr id="25" name="Picture 24">
            <a:extLst>
              <a:ext uri="{FF2B5EF4-FFF2-40B4-BE49-F238E27FC236}">
                <a16:creationId xmlns:a16="http://schemas.microsoft.com/office/drawing/2014/main" id="{A73A2F3D-CAE7-44AC-8E01-EEFB6DD01373}"/>
              </a:ext>
            </a:extLst>
          </p:cNvPr>
          <p:cNvPicPr>
            <a:picLocks noChangeAspect="1"/>
          </p:cNvPicPr>
          <p:nvPr userDrawn="1"/>
        </p:nvPicPr>
        <p:blipFill>
          <a:blip r:embed="rId3"/>
          <a:stretch>
            <a:fillRect/>
          </a:stretch>
        </p:blipFill>
        <p:spPr>
          <a:xfrm>
            <a:off x="6152679" y="5148415"/>
            <a:ext cx="16858604" cy="16924032"/>
          </a:xfrm>
          <a:prstGeom prst="rect">
            <a:avLst/>
          </a:prstGeom>
        </p:spPr>
      </p:pic>
      <p:pic>
        <p:nvPicPr>
          <p:cNvPr id="24" name="Afbeelding 1">
            <a:extLst>
              <a:ext uri="{FF2B5EF4-FFF2-40B4-BE49-F238E27FC236}">
                <a16:creationId xmlns:a16="http://schemas.microsoft.com/office/drawing/2014/main" id="{7D1A8485-B779-4822-93C4-F7D3A96CB31B}"/>
              </a:ext>
            </a:extLst>
          </p:cNvPr>
          <p:cNvPicPr>
            <a:picLocks noChangeAspect="1"/>
          </p:cNvPicPr>
          <p:nvPr userDrawn="1"/>
        </p:nvPicPr>
        <p:blipFill>
          <a:blip r:embed="rId2"/>
          <a:srcRect/>
          <a:stretch/>
        </p:blipFill>
        <p:spPr>
          <a:xfrm>
            <a:off x="1981981" y="220314"/>
            <a:ext cx="4789619" cy="1738805"/>
          </a:xfrm>
          <a:prstGeom prst="rect">
            <a:avLst/>
          </a:prstGeom>
        </p:spPr>
      </p:pic>
      <p:grpSp>
        <p:nvGrpSpPr>
          <p:cNvPr id="39" name="Group 38">
            <a:extLst>
              <a:ext uri="{FF2B5EF4-FFF2-40B4-BE49-F238E27FC236}">
                <a16:creationId xmlns:a16="http://schemas.microsoft.com/office/drawing/2014/main" id="{DAFACB53-F52E-4ABF-9A96-BA5656403DE5}"/>
              </a:ext>
            </a:extLst>
          </p:cNvPr>
          <p:cNvGrpSpPr/>
          <p:nvPr userDrawn="1"/>
        </p:nvGrpSpPr>
        <p:grpSpPr>
          <a:xfrm>
            <a:off x="6777755" y="339011"/>
            <a:ext cx="8952149" cy="1147924"/>
            <a:chOff x="6777754" y="339011"/>
            <a:chExt cx="13081220" cy="1677390"/>
          </a:xfrm>
        </p:grpSpPr>
        <p:pic>
          <p:nvPicPr>
            <p:cNvPr id="40" name="Picture 2">
              <a:extLst>
                <a:ext uri="{FF2B5EF4-FFF2-40B4-BE49-F238E27FC236}">
                  <a16:creationId xmlns:a16="http://schemas.microsoft.com/office/drawing/2014/main" id="{60AE66F4-B2C4-4434-8018-9524F96EBE12}"/>
                </a:ext>
              </a:extLst>
            </p:cNvPr>
            <p:cNvPicPr>
              <a:picLocks noChangeAspect="1" noChangeArrowheads="1"/>
            </p:cNvPicPr>
            <p:nvPr userDrawn="1"/>
          </p:nvPicPr>
          <p:blipFill>
            <a:blip r:embed="rId4"/>
            <a:srcRect/>
            <a:stretch/>
          </p:blipFill>
          <p:spPr bwMode="auto">
            <a:xfrm>
              <a:off x="6777754" y="339011"/>
              <a:ext cx="1677390" cy="1677390"/>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a:extLst>
                <a:ext uri="{FF2B5EF4-FFF2-40B4-BE49-F238E27FC236}">
                  <a16:creationId xmlns:a16="http://schemas.microsoft.com/office/drawing/2014/main" id="{2D5029C2-F0AE-475C-8854-7B33E174EDD9}"/>
                </a:ext>
              </a:extLst>
            </p:cNvPr>
            <p:cNvPicPr>
              <a:picLocks noChangeAspect="1" noChangeArrowheads="1"/>
            </p:cNvPicPr>
            <p:nvPr userDrawn="1"/>
          </p:nvPicPr>
          <p:blipFill>
            <a:blip r:embed="rId5"/>
            <a:srcRect/>
            <a:stretch/>
          </p:blipFill>
          <p:spPr bwMode="auto">
            <a:xfrm>
              <a:off x="8423162" y="339011"/>
              <a:ext cx="1677390" cy="1677390"/>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a:extLst>
                <a:ext uri="{FF2B5EF4-FFF2-40B4-BE49-F238E27FC236}">
                  <a16:creationId xmlns:a16="http://schemas.microsoft.com/office/drawing/2014/main" id="{F1B2D583-B295-4054-BC05-83EDA0C55611}"/>
                </a:ext>
              </a:extLst>
            </p:cNvPr>
            <p:cNvPicPr>
              <a:picLocks noChangeAspect="1" noChangeArrowheads="1"/>
            </p:cNvPicPr>
            <p:nvPr userDrawn="1"/>
          </p:nvPicPr>
          <p:blipFill>
            <a:blip r:embed="rId6"/>
            <a:srcRect/>
            <a:stretch/>
          </p:blipFill>
          <p:spPr bwMode="auto">
            <a:xfrm>
              <a:off x="10068322"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a:extLst>
                <a:ext uri="{FF2B5EF4-FFF2-40B4-BE49-F238E27FC236}">
                  <a16:creationId xmlns:a16="http://schemas.microsoft.com/office/drawing/2014/main" id="{15B5BA68-A344-40B4-AD0D-E665A2E6C598}"/>
                </a:ext>
              </a:extLst>
            </p:cNvPr>
            <p:cNvPicPr>
              <a:picLocks noChangeAspect="1" noChangeArrowheads="1"/>
            </p:cNvPicPr>
            <p:nvPr userDrawn="1"/>
          </p:nvPicPr>
          <p:blipFill>
            <a:blip r:embed="rId7"/>
            <a:srcRect/>
            <a:stretch/>
          </p:blipFill>
          <p:spPr bwMode="auto">
            <a:xfrm>
              <a:off x="11713480"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a:extLst>
                <a:ext uri="{FF2B5EF4-FFF2-40B4-BE49-F238E27FC236}">
                  <a16:creationId xmlns:a16="http://schemas.microsoft.com/office/drawing/2014/main" id="{19787127-9511-434D-9A4E-918305587DF2}"/>
                </a:ext>
              </a:extLst>
            </p:cNvPr>
            <p:cNvPicPr>
              <a:picLocks noChangeAspect="1" noChangeArrowheads="1"/>
            </p:cNvPicPr>
            <p:nvPr userDrawn="1"/>
          </p:nvPicPr>
          <p:blipFill>
            <a:blip r:embed="rId8"/>
            <a:srcRect/>
            <a:stretch/>
          </p:blipFill>
          <p:spPr bwMode="auto">
            <a:xfrm>
              <a:off x="14891270"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a:extLst>
                <a:ext uri="{FF2B5EF4-FFF2-40B4-BE49-F238E27FC236}">
                  <a16:creationId xmlns:a16="http://schemas.microsoft.com/office/drawing/2014/main" id="{71C3CBDA-A65C-4D29-A769-9AE81ECD84E8}"/>
                </a:ext>
              </a:extLst>
            </p:cNvPr>
            <p:cNvPicPr>
              <a:picLocks noChangeAspect="1" noChangeArrowheads="1"/>
            </p:cNvPicPr>
            <p:nvPr userDrawn="1"/>
          </p:nvPicPr>
          <p:blipFill>
            <a:blip r:embed="rId9"/>
            <a:srcRect/>
            <a:stretch/>
          </p:blipFill>
          <p:spPr bwMode="auto">
            <a:xfrm>
              <a:off x="16568659"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a:extLst>
                <a:ext uri="{FF2B5EF4-FFF2-40B4-BE49-F238E27FC236}">
                  <a16:creationId xmlns:a16="http://schemas.microsoft.com/office/drawing/2014/main" id="{51F1EFDA-A7E8-4867-8297-1021678A2B9A}"/>
                </a:ext>
              </a:extLst>
            </p:cNvPr>
            <p:cNvPicPr>
              <a:picLocks noChangeAspect="1" noChangeArrowheads="1"/>
            </p:cNvPicPr>
            <p:nvPr userDrawn="1"/>
          </p:nvPicPr>
          <p:blipFill>
            <a:blip r:embed="rId10"/>
            <a:srcRect/>
            <a:stretch/>
          </p:blipFill>
          <p:spPr bwMode="auto">
            <a:xfrm>
              <a:off x="18181585"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a:extLst>
                <a:ext uri="{FF2B5EF4-FFF2-40B4-BE49-F238E27FC236}">
                  <a16:creationId xmlns:a16="http://schemas.microsoft.com/office/drawing/2014/main" id="{F2478DD6-D8DF-4865-B640-2A6439E49D54}"/>
                </a:ext>
              </a:extLst>
            </p:cNvPr>
            <p:cNvPicPr>
              <a:picLocks noChangeAspect="1" noChangeArrowheads="1"/>
            </p:cNvPicPr>
            <p:nvPr userDrawn="1"/>
          </p:nvPicPr>
          <p:blipFill>
            <a:blip r:embed="rId11"/>
            <a:srcRect/>
            <a:stretch/>
          </p:blipFill>
          <p:spPr bwMode="auto">
            <a:xfrm>
              <a:off x="13257270" y="339011"/>
              <a:ext cx="1677389" cy="167738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877875640"/>
      </p:ext>
    </p:extLst>
  </p:cSld>
  <p:clrMapOvr>
    <a:masterClrMapping/>
  </p:clrMapOvr>
  <p:transition spd="slow">
    <p:push/>
  </p:transition>
  <p:extLst>
    <p:ext uri="{DCECCB84-F9BA-43D5-87BE-67443E8EF086}">
      <p15:sldGuideLst xmlns:p15="http://schemas.microsoft.com/office/powerpoint/2012/main">
        <p15:guide id="1" orient="horz" pos="13607">
          <p15:clr>
            <a:srgbClr val="FBAE40"/>
          </p15:clr>
        </p15:guide>
        <p15:guide id="2" pos="194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9E80E1-6DE2-EF4F-8259-C04331CFF0C5}"/>
              </a:ext>
            </a:extLst>
          </p:cNvPr>
          <p:cNvSpPr>
            <a:spLocks noGrp="1"/>
          </p:cNvSpPr>
          <p:nvPr>
            <p:ph type="title"/>
          </p:nvPr>
        </p:nvSpPr>
        <p:spPr>
          <a:xfrm>
            <a:off x="2005023" y="2319477"/>
            <a:ext cx="25153918" cy="8420700"/>
          </a:xfrm>
          <a:prstGeom prst="rect">
            <a:avLst/>
          </a:prstGeom>
        </p:spPr>
        <p:txBody>
          <a:bodyPr vert="horz" lIns="91440" tIns="45720" rIns="91440" bIns="45720" rtlCol="0" anchor="ctr">
            <a:normAutofit/>
          </a:bodyPr>
          <a:lstStyle/>
          <a:p>
            <a:r>
              <a:rPr lang="en-US" noProof="0"/>
              <a:t>Click to edit Master title style</a:t>
            </a:r>
            <a:endParaRPr lang="en-GB" noProof="0"/>
          </a:p>
        </p:txBody>
      </p:sp>
      <p:sp>
        <p:nvSpPr>
          <p:cNvPr id="3" name="Text Placeholder 2">
            <a:extLst>
              <a:ext uri="{FF2B5EF4-FFF2-40B4-BE49-F238E27FC236}">
                <a16:creationId xmlns:a16="http://schemas.microsoft.com/office/drawing/2014/main" id="{B5D860E9-2875-3048-8F34-516E5303C72D}"/>
              </a:ext>
            </a:extLst>
          </p:cNvPr>
          <p:cNvSpPr>
            <a:spLocks noGrp="1"/>
          </p:cNvSpPr>
          <p:nvPr>
            <p:ph type="body" idx="1"/>
          </p:nvPr>
        </p:nvSpPr>
        <p:spPr>
          <a:xfrm>
            <a:off x="2005023" y="11597368"/>
            <a:ext cx="25153918" cy="276420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F1BB9EBE-351E-1B4D-8428-E74BE934ECEC}"/>
              </a:ext>
            </a:extLst>
          </p:cNvPr>
          <p:cNvSpPr>
            <a:spLocks noGrp="1"/>
          </p:cNvSpPr>
          <p:nvPr>
            <p:ph type="dt" sz="half" idx="2"/>
          </p:nvPr>
        </p:nvSpPr>
        <p:spPr>
          <a:xfrm>
            <a:off x="2005022" y="40379012"/>
            <a:ext cx="6561892" cy="2319473"/>
          </a:xfrm>
          <a:prstGeom prst="rect">
            <a:avLst/>
          </a:prstGeom>
        </p:spPr>
        <p:txBody>
          <a:bodyPr vert="horz" lIns="91440" tIns="45720" rIns="91440" bIns="45720" rtlCol="0" anchor="ctr"/>
          <a:lstStyle>
            <a:lvl1pPr algn="l">
              <a:defRPr sz="2871">
                <a:solidFill>
                  <a:schemeClr val="tx1">
                    <a:tint val="75000"/>
                  </a:schemeClr>
                </a:solidFill>
              </a:defRPr>
            </a:lvl1pPr>
          </a:lstStyle>
          <a:p>
            <a:fld id="{8D9B6C80-6E4C-9E41-99CA-827972CBEB8E}" type="datetimeFigureOut">
              <a:rPr lang="fr-FR" smtClean="0"/>
              <a:t>24/12/2024</a:t>
            </a:fld>
            <a:endParaRPr lang="fr-FR" dirty="0"/>
          </a:p>
        </p:txBody>
      </p:sp>
      <p:sp>
        <p:nvSpPr>
          <p:cNvPr id="5" name="Footer Placeholder 4">
            <a:extLst>
              <a:ext uri="{FF2B5EF4-FFF2-40B4-BE49-F238E27FC236}">
                <a16:creationId xmlns:a16="http://schemas.microsoft.com/office/drawing/2014/main" id="{C4E9331D-0054-6146-90B8-DCFD44BD817E}"/>
              </a:ext>
            </a:extLst>
          </p:cNvPr>
          <p:cNvSpPr>
            <a:spLocks noGrp="1"/>
          </p:cNvSpPr>
          <p:nvPr>
            <p:ph type="ftr" sz="quarter" idx="3"/>
          </p:nvPr>
        </p:nvSpPr>
        <p:spPr>
          <a:xfrm>
            <a:off x="9660563" y="40379012"/>
            <a:ext cx="9842838" cy="2319473"/>
          </a:xfrm>
          <a:prstGeom prst="rect">
            <a:avLst/>
          </a:prstGeom>
        </p:spPr>
        <p:txBody>
          <a:bodyPr vert="horz" lIns="91440" tIns="45720" rIns="91440" bIns="45720" rtlCol="0" anchor="ctr"/>
          <a:lstStyle>
            <a:lvl1pPr algn="ctr">
              <a:defRPr sz="2871">
                <a:solidFill>
                  <a:schemeClr val="tx1">
                    <a:tint val="75000"/>
                  </a:schemeClr>
                </a:solidFill>
              </a:defRPr>
            </a:lvl1pPr>
          </a:lstStyle>
          <a:p>
            <a:endParaRPr lang="fr-FR" dirty="0"/>
          </a:p>
        </p:txBody>
      </p:sp>
      <p:sp>
        <p:nvSpPr>
          <p:cNvPr id="6" name="Slide Number Placeholder 5">
            <a:extLst>
              <a:ext uri="{FF2B5EF4-FFF2-40B4-BE49-F238E27FC236}">
                <a16:creationId xmlns:a16="http://schemas.microsoft.com/office/drawing/2014/main" id="{D1C13714-254A-2E4E-9377-6080060AAEDE}"/>
              </a:ext>
            </a:extLst>
          </p:cNvPr>
          <p:cNvSpPr>
            <a:spLocks noGrp="1"/>
          </p:cNvSpPr>
          <p:nvPr>
            <p:ph type="sldNum" sz="quarter" idx="4"/>
          </p:nvPr>
        </p:nvSpPr>
        <p:spPr>
          <a:xfrm>
            <a:off x="20597049" y="40379012"/>
            <a:ext cx="6561892" cy="2319473"/>
          </a:xfrm>
          <a:prstGeom prst="rect">
            <a:avLst/>
          </a:prstGeom>
        </p:spPr>
        <p:txBody>
          <a:bodyPr vert="horz" lIns="91440" tIns="45720" rIns="91440" bIns="45720" rtlCol="0" anchor="ctr"/>
          <a:lstStyle>
            <a:lvl1pPr algn="r">
              <a:defRPr sz="2871">
                <a:solidFill>
                  <a:schemeClr val="tx1">
                    <a:tint val="75000"/>
                  </a:schemeClr>
                </a:solidFill>
              </a:defRPr>
            </a:lvl1pPr>
          </a:lstStyle>
          <a:p>
            <a:fld id="{1AB4D76F-E98B-8C40-B24E-DBA088A9CE8A}" type="slidenum">
              <a:rPr lang="fr-FR" smtClean="0"/>
              <a:t>‹#›</a:t>
            </a:fld>
            <a:endParaRPr lang="fr-FR" dirty="0"/>
          </a:p>
        </p:txBody>
      </p:sp>
    </p:spTree>
    <p:extLst>
      <p:ext uri="{BB962C8B-B14F-4D97-AF65-F5344CB8AC3E}">
        <p14:creationId xmlns:p14="http://schemas.microsoft.com/office/powerpoint/2010/main" val="246472276"/>
      </p:ext>
    </p:extLst>
  </p:cSld>
  <p:clrMap bg1="lt1" tx1="dk1" bg2="lt2" tx2="dk2" accent1="accent1" accent2="accent2" accent3="accent3" accent4="accent4" accent5="accent5" accent6="accent6" hlink="hlink" folHlink="folHlink"/>
  <p:sldLayoutIdLst>
    <p:sldLayoutId id="2147483735"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36" r:id="rId10"/>
    <p:sldLayoutId id="2147483737" r:id="rId11"/>
  </p:sldLayoutIdLst>
  <p:transition spd="slow">
    <p:push/>
  </p:transition>
  <p:hf hdr="0" dt="0"/>
  <p:txStyles>
    <p:titleStyle>
      <a:lvl1pPr algn="l" defTabSz="2187336" rtl="0" eaLnBrk="1" latinLnBrk="0" hangingPunct="1">
        <a:lnSpc>
          <a:spcPct val="90000"/>
        </a:lnSpc>
        <a:spcBef>
          <a:spcPct val="0"/>
        </a:spcBef>
        <a:buNone/>
        <a:defRPr sz="10525" b="1" kern="1200">
          <a:solidFill>
            <a:schemeClr val="tx1"/>
          </a:solidFill>
          <a:latin typeface="+mj-lt"/>
          <a:ea typeface="+mj-ea"/>
          <a:cs typeface="+mj-cs"/>
        </a:defRPr>
      </a:lvl1pPr>
    </p:titleStyle>
    <p:bodyStyle>
      <a:lvl1pPr marL="546834" indent="-546834" algn="l" defTabSz="2187336" rtl="0" eaLnBrk="1" latinLnBrk="0" hangingPunct="1">
        <a:lnSpc>
          <a:spcPct val="90000"/>
        </a:lnSpc>
        <a:spcBef>
          <a:spcPts val="2392"/>
        </a:spcBef>
        <a:buFont typeface="Arial" panose="020B0604020202020204" pitchFamily="34" charset="0"/>
        <a:buChar char="•"/>
        <a:defRPr sz="6698" kern="1200">
          <a:solidFill>
            <a:schemeClr val="tx1"/>
          </a:solidFill>
          <a:latin typeface="+mn-lt"/>
          <a:ea typeface="+mn-ea"/>
          <a:cs typeface="+mn-cs"/>
        </a:defRPr>
      </a:lvl1pPr>
      <a:lvl2pPr marL="1640502" indent="-546834" algn="l" defTabSz="2187336" rtl="0" eaLnBrk="1" latinLnBrk="0" hangingPunct="1">
        <a:lnSpc>
          <a:spcPct val="90000"/>
        </a:lnSpc>
        <a:spcBef>
          <a:spcPts val="1196"/>
        </a:spcBef>
        <a:buFont typeface="Arial" panose="020B0604020202020204" pitchFamily="34" charset="0"/>
        <a:buChar char="•"/>
        <a:defRPr sz="5741" kern="1200">
          <a:solidFill>
            <a:schemeClr val="tx1"/>
          </a:solidFill>
          <a:latin typeface="+mn-lt"/>
          <a:ea typeface="+mn-ea"/>
          <a:cs typeface="+mn-cs"/>
        </a:defRPr>
      </a:lvl2pPr>
      <a:lvl3pPr marL="2734170" indent="-546834" algn="l" defTabSz="2187336" rtl="0" eaLnBrk="1" latinLnBrk="0" hangingPunct="1">
        <a:lnSpc>
          <a:spcPct val="90000"/>
        </a:lnSpc>
        <a:spcBef>
          <a:spcPts val="1196"/>
        </a:spcBef>
        <a:buFont typeface="Arial" panose="020B0604020202020204" pitchFamily="34" charset="0"/>
        <a:buChar char="•"/>
        <a:defRPr sz="4784" kern="1200">
          <a:solidFill>
            <a:schemeClr val="tx1"/>
          </a:solidFill>
          <a:latin typeface="+mn-lt"/>
          <a:ea typeface="+mn-ea"/>
          <a:cs typeface="+mn-cs"/>
        </a:defRPr>
      </a:lvl3pPr>
      <a:lvl4pPr marL="3827838" indent="-546834" algn="l" defTabSz="2187336" rtl="0" eaLnBrk="1" latinLnBrk="0" hangingPunct="1">
        <a:lnSpc>
          <a:spcPct val="90000"/>
        </a:lnSpc>
        <a:spcBef>
          <a:spcPts val="1196"/>
        </a:spcBef>
        <a:buFont typeface="Arial" panose="020B0604020202020204" pitchFamily="34" charset="0"/>
        <a:buChar char="•"/>
        <a:defRPr sz="4306" kern="1200">
          <a:solidFill>
            <a:schemeClr val="tx1"/>
          </a:solidFill>
          <a:latin typeface="+mn-lt"/>
          <a:ea typeface="+mn-ea"/>
          <a:cs typeface="+mn-cs"/>
        </a:defRPr>
      </a:lvl4pPr>
      <a:lvl5pPr marL="4921507" indent="-546834" algn="l" defTabSz="2187336" rtl="0" eaLnBrk="1" latinLnBrk="0" hangingPunct="1">
        <a:lnSpc>
          <a:spcPct val="90000"/>
        </a:lnSpc>
        <a:spcBef>
          <a:spcPts val="1196"/>
        </a:spcBef>
        <a:buFont typeface="Arial" panose="020B0604020202020204" pitchFamily="34" charset="0"/>
        <a:buChar char="•"/>
        <a:defRPr sz="4306" kern="1200">
          <a:solidFill>
            <a:schemeClr val="tx1"/>
          </a:solidFill>
          <a:latin typeface="+mn-lt"/>
          <a:ea typeface="+mn-ea"/>
          <a:cs typeface="+mn-cs"/>
        </a:defRPr>
      </a:lvl5pPr>
      <a:lvl6pPr marL="6015175" indent="-546834" algn="l" defTabSz="2187336" rtl="0" eaLnBrk="1" latinLnBrk="0" hangingPunct="1">
        <a:lnSpc>
          <a:spcPct val="90000"/>
        </a:lnSpc>
        <a:spcBef>
          <a:spcPts val="1196"/>
        </a:spcBef>
        <a:buFont typeface="Arial" panose="020B0604020202020204" pitchFamily="34" charset="0"/>
        <a:buChar char="•"/>
        <a:defRPr sz="4306" kern="1200">
          <a:solidFill>
            <a:schemeClr val="tx1"/>
          </a:solidFill>
          <a:latin typeface="+mn-lt"/>
          <a:ea typeface="+mn-ea"/>
          <a:cs typeface="+mn-cs"/>
        </a:defRPr>
      </a:lvl6pPr>
      <a:lvl7pPr marL="7108843" indent="-546834" algn="l" defTabSz="2187336" rtl="0" eaLnBrk="1" latinLnBrk="0" hangingPunct="1">
        <a:lnSpc>
          <a:spcPct val="90000"/>
        </a:lnSpc>
        <a:spcBef>
          <a:spcPts val="1196"/>
        </a:spcBef>
        <a:buFont typeface="Arial" panose="020B0604020202020204" pitchFamily="34" charset="0"/>
        <a:buChar char="•"/>
        <a:defRPr sz="4306" kern="1200">
          <a:solidFill>
            <a:schemeClr val="tx1"/>
          </a:solidFill>
          <a:latin typeface="+mn-lt"/>
          <a:ea typeface="+mn-ea"/>
          <a:cs typeface="+mn-cs"/>
        </a:defRPr>
      </a:lvl7pPr>
      <a:lvl8pPr marL="8202511" indent="-546834" algn="l" defTabSz="2187336" rtl="0" eaLnBrk="1" latinLnBrk="0" hangingPunct="1">
        <a:lnSpc>
          <a:spcPct val="90000"/>
        </a:lnSpc>
        <a:spcBef>
          <a:spcPts val="1196"/>
        </a:spcBef>
        <a:buFont typeface="Arial" panose="020B0604020202020204" pitchFamily="34" charset="0"/>
        <a:buChar char="•"/>
        <a:defRPr sz="4306" kern="1200">
          <a:solidFill>
            <a:schemeClr val="tx1"/>
          </a:solidFill>
          <a:latin typeface="+mn-lt"/>
          <a:ea typeface="+mn-ea"/>
          <a:cs typeface="+mn-cs"/>
        </a:defRPr>
      </a:lvl8pPr>
      <a:lvl9pPr marL="9296179" indent="-546834" algn="l" defTabSz="2187336" rtl="0" eaLnBrk="1" latinLnBrk="0" hangingPunct="1">
        <a:lnSpc>
          <a:spcPct val="90000"/>
        </a:lnSpc>
        <a:spcBef>
          <a:spcPts val="1196"/>
        </a:spcBef>
        <a:buFont typeface="Arial" panose="020B0604020202020204" pitchFamily="34" charset="0"/>
        <a:buChar char="•"/>
        <a:defRPr sz="4306" kern="1200">
          <a:solidFill>
            <a:schemeClr val="tx1"/>
          </a:solidFill>
          <a:latin typeface="+mn-lt"/>
          <a:ea typeface="+mn-ea"/>
          <a:cs typeface="+mn-cs"/>
        </a:defRPr>
      </a:lvl9pPr>
    </p:bodyStyle>
    <p:otherStyle>
      <a:defPPr>
        <a:defRPr lang="en-BE"/>
      </a:defPPr>
      <a:lvl1pPr marL="0" algn="l" defTabSz="2187336" rtl="0" eaLnBrk="1" latinLnBrk="0" hangingPunct="1">
        <a:defRPr sz="4306" kern="1200">
          <a:solidFill>
            <a:schemeClr val="tx1"/>
          </a:solidFill>
          <a:latin typeface="+mn-lt"/>
          <a:ea typeface="+mn-ea"/>
          <a:cs typeface="+mn-cs"/>
        </a:defRPr>
      </a:lvl1pPr>
      <a:lvl2pPr marL="1093668" algn="l" defTabSz="2187336" rtl="0" eaLnBrk="1" latinLnBrk="0" hangingPunct="1">
        <a:defRPr sz="4306" kern="1200">
          <a:solidFill>
            <a:schemeClr val="tx1"/>
          </a:solidFill>
          <a:latin typeface="+mn-lt"/>
          <a:ea typeface="+mn-ea"/>
          <a:cs typeface="+mn-cs"/>
        </a:defRPr>
      </a:lvl2pPr>
      <a:lvl3pPr marL="2187336" algn="l" defTabSz="2187336" rtl="0" eaLnBrk="1" latinLnBrk="0" hangingPunct="1">
        <a:defRPr sz="4306" kern="1200">
          <a:solidFill>
            <a:schemeClr val="tx1"/>
          </a:solidFill>
          <a:latin typeface="+mn-lt"/>
          <a:ea typeface="+mn-ea"/>
          <a:cs typeface="+mn-cs"/>
        </a:defRPr>
      </a:lvl3pPr>
      <a:lvl4pPr marL="3281004" algn="l" defTabSz="2187336" rtl="0" eaLnBrk="1" latinLnBrk="0" hangingPunct="1">
        <a:defRPr sz="4306" kern="1200">
          <a:solidFill>
            <a:schemeClr val="tx1"/>
          </a:solidFill>
          <a:latin typeface="+mn-lt"/>
          <a:ea typeface="+mn-ea"/>
          <a:cs typeface="+mn-cs"/>
        </a:defRPr>
      </a:lvl4pPr>
      <a:lvl5pPr marL="4374672" algn="l" defTabSz="2187336" rtl="0" eaLnBrk="1" latinLnBrk="0" hangingPunct="1">
        <a:defRPr sz="4306" kern="1200">
          <a:solidFill>
            <a:schemeClr val="tx1"/>
          </a:solidFill>
          <a:latin typeface="+mn-lt"/>
          <a:ea typeface="+mn-ea"/>
          <a:cs typeface="+mn-cs"/>
        </a:defRPr>
      </a:lvl5pPr>
      <a:lvl6pPr marL="5468341" algn="l" defTabSz="2187336" rtl="0" eaLnBrk="1" latinLnBrk="0" hangingPunct="1">
        <a:defRPr sz="4306" kern="1200">
          <a:solidFill>
            <a:schemeClr val="tx1"/>
          </a:solidFill>
          <a:latin typeface="+mn-lt"/>
          <a:ea typeface="+mn-ea"/>
          <a:cs typeface="+mn-cs"/>
        </a:defRPr>
      </a:lvl6pPr>
      <a:lvl7pPr marL="6562009" algn="l" defTabSz="2187336" rtl="0" eaLnBrk="1" latinLnBrk="0" hangingPunct="1">
        <a:defRPr sz="4306" kern="1200">
          <a:solidFill>
            <a:schemeClr val="tx1"/>
          </a:solidFill>
          <a:latin typeface="+mn-lt"/>
          <a:ea typeface="+mn-ea"/>
          <a:cs typeface="+mn-cs"/>
        </a:defRPr>
      </a:lvl7pPr>
      <a:lvl8pPr marL="7655677" algn="l" defTabSz="2187336" rtl="0" eaLnBrk="1" latinLnBrk="0" hangingPunct="1">
        <a:defRPr sz="4306" kern="1200">
          <a:solidFill>
            <a:schemeClr val="tx1"/>
          </a:solidFill>
          <a:latin typeface="+mn-lt"/>
          <a:ea typeface="+mn-ea"/>
          <a:cs typeface="+mn-cs"/>
        </a:defRPr>
      </a:lvl8pPr>
      <a:lvl9pPr marL="8749345" algn="l" defTabSz="2187336" rtl="0" eaLnBrk="1" latinLnBrk="0" hangingPunct="1">
        <a:defRPr sz="430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2.png"/><Relationship Id="rId18" Type="http://schemas.openxmlformats.org/officeDocument/2006/relationships/image" Target="../media/image27.png"/><Relationship Id="rId39" Type="http://schemas.openxmlformats.org/officeDocument/2006/relationships/image" Target="../media/image33.png"/><Relationship Id="rId3" Type="http://schemas.openxmlformats.org/officeDocument/2006/relationships/image" Target="../media/image13.png"/><Relationship Id="rId21" Type="http://schemas.openxmlformats.org/officeDocument/2006/relationships/image" Target="../media/image31.png"/><Relationship Id="rId42" Type="http://schemas.openxmlformats.org/officeDocument/2006/relationships/image" Target="../media/image36.png"/><Relationship Id="rId7" Type="http://schemas.openxmlformats.org/officeDocument/2006/relationships/image" Target="../media/image17.png"/><Relationship Id="rId12" Type="http://schemas.openxmlformats.org/officeDocument/2006/relationships/image" Target="../media/image21.png"/><Relationship Id="rId17" Type="http://schemas.openxmlformats.org/officeDocument/2006/relationships/image" Target="../media/image26.png"/><Relationship Id="rId38" Type="http://schemas.openxmlformats.org/officeDocument/2006/relationships/image" Target="../media/image29.jpeg"/><Relationship Id="rId46" Type="http://schemas.openxmlformats.org/officeDocument/2006/relationships/image" Target="../media/image180.png"/><Relationship Id="rId2" Type="http://schemas.openxmlformats.org/officeDocument/2006/relationships/image" Target="../media/image12.png"/><Relationship Id="rId16" Type="http://schemas.openxmlformats.org/officeDocument/2006/relationships/image" Target="../media/image25.png"/><Relationship Id="rId20" Type="http://schemas.openxmlformats.org/officeDocument/2006/relationships/image" Target="../media/image30.png"/><Relationship Id="rId41" Type="http://schemas.openxmlformats.org/officeDocument/2006/relationships/image" Target="../media/image35.png"/><Relationship Id="rId1" Type="http://schemas.openxmlformats.org/officeDocument/2006/relationships/slideLayout" Target="../slideLayouts/slideLayout1.xml"/><Relationship Id="rId6" Type="http://schemas.openxmlformats.org/officeDocument/2006/relationships/image" Target="../media/image16.png"/><Relationship Id="rId11" Type="http://schemas.openxmlformats.org/officeDocument/2006/relationships/image" Target="../media/image19.png"/><Relationship Id="rId37" Type="http://schemas.openxmlformats.org/officeDocument/2006/relationships/image" Target="../media/image38.png"/><Relationship Id="rId40" Type="http://schemas.openxmlformats.org/officeDocument/2006/relationships/image" Target="../media/image34.png"/><Relationship Id="rId45" Type="http://schemas.openxmlformats.org/officeDocument/2006/relationships/image" Target="../media/image39.png"/><Relationship Id="rId5" Type="http://schemas.openxmlformats.org/officeDocument/2006/relationships/image" Target="../media/image15.png"/><Relationship Id="rId15" Type="http://schemas.openxmlformats.org/officeDocument/2006/relationships/image" Target="../media/image24.png"/><Relationship Id="rId10" Type="http://schemas.openxmlformats.org/officeDocument/2006/relationships/image" Target="../media/image20.png"/><Relationship Id="rId19" Type="http://schemas.openxmlformats.org/officeDocument/2006/relationships/image" Target="../media/image28.png"/><Relationship Id="rId44" Type="http://schemas.openxmlformats.org/officeDocument/2006/relationships/image" Target="../media/image37.png"/><Relationship Id="rId4" Type="http://schemas.openxmlformats.org/officeDocument/2006/relationships/image" Target="../media/image14.png"/><Relationship Id="rId14" Type="http://schemas.openxmlformats.org/officeDocument/2006/relationships/image" Target="../media/image23.png"/><Relationship Id="rId22" Type="http://schemas.openxmlformats.org/officeDocument/2006/relationships/image" Target="../media/image32.png"/><Relationship Id="rId43" Type="http://schemas.openxmlformats.org/officeDocument/2006/relationships/image" Target="../media/image1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2E462FAC-1184-4732-80FB-A8396EF8124D}"/>
              </a:ext>
            </a:extLst>
          </p:cNvPr>
          <p:cNvSpPr>
            <a:spLocks noGrp="1"/>
          </p:cNvSpPr>
          <p:nvPr>
            <p:ph type="body" sz="quarter" idx="13"/>
          </p:nvPr>
        </p:nvSpPr>
        <p:spPr>
          <a:xfrm>
            <a:off x="1998965" y="3420841"/>
            <a:ext cx="25200782" cy="1558028"/>
          </a:xfrm>
        </p:spPr>
        <p:txBody>
          <a:bodyPr>
            <a:noAutofit/>
          </a:bodyPr>
          <a:lstStyle/>
          <a:p>
            <a:pPr marL="0" indent="0" algn="ctr">
              <a:buNone/>
            </a:pPr>
            <a:r>
              <a:rPr lang="nl-NL" sz="2400" dirty="0">
                <a:latin typeface="Times New Roman" panose="02020603050405020304" pitchFamily="18" charset="0"/>
                <a:cs typeface="Times New Roman" panose="02020603050405020304" pitchFamily="18" charset="0"/>
              </a:rPr>
              <a:t>Seyed </a:t>
            </a:r>
            <a:r>
              <a:rPr lang="nl-NL" sz="2400" dirty="0" err="1">
                <a:latin typeface="Times New Roman" panose="02020603050405020304" pitchFamily="18" charset="0"/>
                <a:cs typeface="Times New Roman" panose="02020603050405020304" pitchFamily="18" charset="0"/>
              </a:rPr>
              <a:t>ali</a:t>
            </a:r>
            <a:r>
              <a:rPr lang="nl-NL" sz="2400" dirty="0">
                <a:latin typeface="Times New Roman" panose="02020603050405020304" pitchFamily="18" charset="0"/>
                <a:cs typeface="Times New Roman" panose="02020603050405020304" pitchFamily="18" charset="0"/>
              </a:rPr>
              <a:t> </a:t>
            </a:r>
            <a:r>
              <a:rPr lang="nl-NL" sz="2400" dirty="0" err="1">
                <a:latin typeface="Times New Roman" panose="02020603050405020304" pitchFamily="18" charset="0"/>
                <a:cs typeface="Times New Roman" panose="02020603050405020304" pitchFamily="18" charset="0"/>
              </a:rPr>
              <a:t>atyabi</a:t>
            </a:r>
            <a:r>
              <a:rPr lang="nl-NL" sz="2400" dirty="0">
                <a:latin typeface="Times New Roman" panose="02020603050405020304" pitchFamily="18" charset="0"/>
                <a:cs typeface="Times New Roman" panose="02020603050405020304" pitchFamily="18" charset="0"/>
              </a:rPr>
              <a:t>*, </a:t>
            </a:r>
            <a:r>
              <a:rPr lang="nl-NL" sz="2400" dirty="0" err="1">
                <a:latin typeface="Times New Roman" panose="02020603050405020304" pitchFamily="18" charset="0"/>
                <a:cs typeface="Times New Roman" panose="02020603050405020304" pitchFamily="18" charset="0"/>
              </a:rPr>
              <a:t>Amin</a:t>
            </a:r>
            <a:r>
              <a:rPr lang="nl-NL" sz="2400" dirty="0">
                <a:latin typeface="Times New Roman" panose="02020603050405020304" pitchFamily="18" charset="0"/>
                <a:cs typeface="Times New Roman" panose="02020603050405020304" pitchFamily="18" charset="0"/>
              </a:rPr>
              <a:t> </a:t>
            </a:r>
            <a:r>
              <a:rPr lang="nl-NL" sz="2400" dirty="0" err="1">
                <a:latin typeface="Times New Roman" panose="02020603050405020304" pitchFamily="18" charset="0"/>
                <a:cs typeface="Times New Roman" panose="02020603050405020304" pitchFamily="18" charset="0"/>
              </a:rPr>
              <a:t>Farkhondehfal</a:t>
            </a:r>
            <a:r>
              <a:rPr lang="nl-NL" sz="2400" dirty="0">
                <a:latin typeface="Times New Roman" panose="02020603050405020304" pitchFamily="18" charset="0"/>
                <a:cs typeface="Times New Roman" panose="02020603050405020304" pitchFamily="18" charset="0"/>
              </a:rPr>
              <a:t>, </a:t>
            </a:r>
            <a:r>
              <a:rPr lang="nl-NL" sz="2400" dirty="0" err="1">
                <a:latin typeface="Times New Roman" panose="02020603050405020304" pitchFamily="18" charset="0"/>
                <a:cs typeface="Times New Roman" panose="02020603050405020304" pitchFamily="18" charset="0"/>
              </a:rPr>
              <a:t>Yuvraj</a:t>
            </a:r>
            <a:r>
              <a:rPr lang="nl-NL" sz="2400" dirty="0">
                <a:latin typeface="Times New Roman" panose="02020603050405020304" pitchFamily="18" charset="0"/>
                <a:cs typeface="Times New Roman" panose="02020603050405020304" pitchFamily="18" charset="0"/>
              </a:rPr>
              <a:t> Y. </a:t>
            </a:r>
            <a:r>
              <a:rPr lang="nl-NL" sz="2400" dirty="0" err="1">
                <a:latin typeface="Times New Roman" panose="02020603050405020304" pitchFamily="18" charset="0"/>
                <a:cs typeface="Times New Roman" panose="02020603050405020304" pitchFamily="18" charset="0"/>
              </a:rPr>
              <a:t>Birdja</a:t>
            </a:r>
            <a:r>
              <a:rPr lang="nl-NL" sz="2400" dirty="0">
                <a:latin typeface="Times New Roman" panose="02020603050405020304" pitchFamily="18" charset="0"/>
                <a:cs typeface="Times New Roman" panose="02020603050405020304" pitchFamily="18" charset="0"/>
              </a:rPr>
              <a:t> </a:t>
            </a:r>
            <a:r>
              <a:rPr lang="nl-NL" sz="2400" dirty="0" err="1">
                <a:latin typeface="Times New Roman" panose="02020603050405020304" pitchFamily="18" charset="0"/>
                <a:cs typeface="Times New Roman" panose="02020603050405020304" pitchFamily="18" charset="0"/>
              </a:rPr>
              <a:t>and</a:t>
            </a:r>
            <a:r>
              <a:rPr lang="nl-NL" sz="2400" dirty="0">
                <a:latin typeface="Times New Roman" panose="02020603050405020304" pitchFamily="18" charset="0"/>
                <a:cs typeface="Times New Roman" panose="02020603050405020304" pitchFamily="18" charset="0"/>
              </a:rPr>
              <a:t> Wim De Schepper</a:t>
            </a:r>
          </a:p>
          <a:p>
            <a:pPr marL="0" indent="0" algn="ctr">
              <a:buNone/>
            </a:pPr>
            <a:r>
              <a:rPr lang="nl-NL" sz="2400" dirty="0">
                <a:latin typeface="Times New Roman" panose="02020603050405020304" pitchFamily="18" charset="0"/>
                <a:cs typeface="Times New Roman" panose="02020603050405020304" pitchFamily="18" charset="0"/>
              </a:rPr>
              <a:t>*</a:t>
            </a:r>
            <a:r>
              <a:rPr lang="nl-NL" sz="2400" dirty="0" err="1">
                <a:latin typeface="Times New Roman" panose="02020603050405020304" pitchFamily="18" charset="0"/>
                <a:cs typeface="Times New Roman" panose="02020603050405020304" pitchFamily="18" charset="0"/>
              </a:rPr>
              <a:t>Email:ali.atyabi@vito.be</a:t>
            </a:r>
            <a:endParaRPr lang="nl-NL" sz="2400" dirty="0">
              <a:latin typeface="Times New Roman" panose="02020603050405020304" pitchFamily="18" charset="0"/>
              <a:cs typeface="Times New Roman" panose="02020603050405020304" pitchFamily="18" charset="0"/>
            </a:endParaRPr>
          </a:p>
          <a:p>
            <a:pPr marL="0" indent="0" algn="ctr">
              <a:buNone/>
            </a:pPr>
            <a:endParaRPr lang="nl-NL" sz="2400" dirty="0">
              <a:latin typeface="Times New Roman" panose="02020603050405020304" pitchFamily="18" charset="0"/>
              <a:cs typeface="Times New Roman" panose="02020603050405020304" pitchFamily="18" charset="0"/>
            </a:endParaRPr>
          </a:p>
        </p:txBody>
      </p:sp>
      <p:sp>
        <p:nvSpPr>
          <p:cNvPr id="40" name="Text Placeholder 39">
            <a:extLst>
              <a:ext uri="{FF2B5EF4-FFF2-40B4-BE49-F238E27FC236}">
                <a16:creationId xmlns:a16="http://schemas.microsoft.com/office/drawing/2014/main" id="{CFB14116-5CDA-47B1-8AA9-EFC27842367E}"/>
              </a:ext>
            </a:extLst>
          </p:cNvPr>
          <p:cNvSpPr>
            <a:spLocks noGrp="1"/>
          </p:cNvSpPr>
          <p:nvPr>
            <p:ph type="body" sz="quarter" idx="15"/>
          </p:nvPr>
        </p:nvSpPr>
        <p:spPr>
          <a:xfrm>
            <a:off x="2196605" y="4763347"/>
            <a:ext cx="25200782" cy="961750"/>
          </a:xfrm>
        </p:spPr>
        <p:txBody>
          <a:bodyPr>
            <a:noAutofit/>
          </a:bodyPr>
          <a:lstStyle/>
          <a:p>
            <a:pPr marL="0" indent="0" algn="ctr">
              <a:buNone/>
            </a:pPr>
            <a:r>
              <a:rPr lang="nl-NL" sz="2400" b="1" i="0" dirty="0">
                <a:latin typeface="Times New Roman" panose="02020603050405020304" pitchFamily="18" charset="0"/>
                <a:cs typeface="Times New Roman" panose="02020603050405020304" pitchFamily="18" charset="0"/>
              </a:rPr>
              <a:t>VITO: </a:t>
            </a:r>
            <a:r>
              <a:rPr lang="nl-NL" sz="2400" b="1" i="0" dirty="0" err="1">
                <a:latin typeface="Times New Roman" panose="02020603050405020304" pitchFamily="18" charset="0"/>
                <a:cs typeface="Times New Roman" panose="02020603050405020304" pitchFamily="18" charset="0"/>
              </a:rPr>
              <a:t>Sustainable</a:t>
            </a:r>
            <a:r>
              <a:rPr lang="nl-NL" sz="2400" b="1" i="0" dirty="0">
                <a:latin typeface="Times New Roman" panose="02020603050405020304" pitchFamily="18" charset="0"/>
                <a:cs typeface="Times New Roman" panose="02020603050405020304" pitchFamily="18" charset="0"/>
              </a:rPr>
              <a:t> Chemistry, </a:t>
            </a:r>
            <a:r>
              <a:rPr lang="nl-NL" sz="2400" b="1" i="0" dirty="0" err="1">
                <a:latin typeface="Times New Roman" panose="02020603050405020304" pitchFamily="18" charset="0"/>
                <a:cs typeface="Times New Roman" panose="02020603050405020304" pitchFamily="18" charset="0"/>
              </a:rPr>
              <a:t>Flemish</a:t>
            </a:r>
            <a:r>
              <a:rPr lang="nl-NL" sz="2400" b="1" i="0" dirty="0">
                <a:latin typeface="Times New Roman" panose="02020603050405020304" pitchFamily="18" charset="0"/>
                <a:cs typeface="Times New Roman" panose="02020603050405020304" pitchFamily="18" charset="0"/>
              </a:rPr>
              <a:t> </a:t>
            </a:r>
            <a:r>
              <a:rPr lang="nl-NL" sz="2400" b="1" i="0" dirty="0" err="1">
                <a:latin typeface="Times New Roman" panose="02020603050405020304" pitchFamily="18" charset="0"/>
                <a:cs typeface="Times New Roman" panose="02020603050405020304" pitchFamily="18" charset="0"/>
              </a:rPr>
              <a:t>Institute</a:t>
            </a:r>
            <a:r>
              <a:rPr lang="nl-NL" sz="2400" b="1" i="0" dirty="0">
                <a:latin typeface="Times New Roman" panose="02020603050405020304" pitchFamily="18" charset="0"/>
                <a:cs typeface="Times New Roman" panose="02020603050405020304" pitchFamily="18" charset="0"/>
              </a:rPr>
              <a:t> </a:t>
            </a:r>
            <a:r>
              <a:rPr lang="nl-NL" sz="2400" b="1" i="0" dirty="0" err="1">
                <a:latin typeface="Times New Roman" panose="02020603050405020304" pitchFamily="18" charset="0"/>
                <a:cs typeface="Times New Roman" panose="02020603050405020304" pitchFamily="18" charset="0"/>
              </a:rPr>
              <a:t>for</a:t>
            </a:r>
            <a:r>
              <a:rPr lang="nl-NL" sz="2400" b="1" i="0" dirty="0">
                <a:latin typeface="Times New Roman" panose="02020603050405020304" pitchFamily="18" charset="0"/>
                <a:cs typeface="Times New Roman" panose="02020603050405020304" pitchFamily="18" charset="0"/>
              </a:rPr>
              <a:t> </a:t>
            </a:r>
            <a:r>
              <a:rPr lang="nl-NL" sz="2400" b="1" i="0" dirty="0" err="1">
                <a:latin typeface="Times New Roman" panose="02020603050405020304" pitchFamily="18" charset="0"/>
                <a:cs typeface="Times New Roman" panose="02020603050405020304" pitchFamily="18" charset="0"/>
              </a:rPr>
              <a:t>Technological</a:t>
            </a:r>
            <a:r>
              <a:rPr lang="nl-NL" sz="2400" b="1" i="0" dirty="0">
                <a:latin typeface="Times New Roman" panose="02020603050405020304" pitchFamily="18" charset="0"/>
                <a:cs typeface="Times New Roman" panose="02020603050405020304" pitchFamily="18" charset="0"/>
              </a:rPr>
              <a:t> Research, </a:t>
            </a:r>
            <a:r>
              <a:rPr lang="nl-NL" sz="2400" b="1" i="0" dirty="0" err="1">
                <a:latin typeface="Times New Roman" panose="02020603050405020304" pitchFamily="18" charset="0"/>
                <a:cs typeface="Times New Roman" panose="02020603050405020304" pitchFamily="18" charset="0"/>
              </a:rPr>
              <a:t>Boeretang</a:t>
            </a:r>
            <a:r>
              <a:rPr lang="nl-NL" sz="2400" b="1" i="0" dirty="0">
                <a:latin typeface="Times New Roman" panose="02020603050405020304" pitchFamily="18" charset="0"/>
                <a:cs typeface="Times New Roman" panose="02020603050405020304" pitchFamily="18" charset="0"/>
              </a:rPr>
              <a:t> 200, 2400, Mol</a:t>
            </a:r>
            <a:endParaRPr lang="nl-NL" sz="2400" i="0" dirty="0">
              <a:latin typeface="Times New Roman" panose="02020603050405020304" pitchFamily="18" charset="0"/>
              <a:cs typeface="Times New Roman" panose="02020603050405020304" pitchFamily="18" charset="0"/>
            </a:endParaRPr>
          </a:p>
        </p:txBody>
      </p:sp>
      <p:pic>
        <p:nvPicPr>
          <p:cNvPr id="6" name="Picture 3">
            <a:extLst>
              <a:ext uri="{FF2B5EF4-FFF2-40B4-BE49-F238E27FC236}">
                <a16:creationId xmlns:a16="http://schemas.microsoft.com/office/drawing/2014/main" id="{4C7E7A23-540A-4C3B-B357-554F4812B3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70453" y="0"/>
            <a:ext cx="2410789" cy="2235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ZoneTexte 36">
            <a:extLst>
              <a:ext uri="{FF2B5EF4-FFF2-40B4-BE49-F238E27FC236}">
                <a16:creationId xmlns:a16="http://schemas.microsoft.com/office/drawing/2014/main" id="{9B383219-AA31-475C-B2D9-F24F1CF7AADF}"/>
              </a:ext>
            </a:extLst>
          </p:cNvPr>
          <p:cNvSpPr txBox="1">
            <a:spLocks noChangeArrowheads="1"/>
          </p:cNvSpPr>
          <p:nvPr/>
        </p:nvSpPr>
        <p:spPr bwMode="auto">
          <a:xfrm>
            <a:off x="21183384" y="1007588"/>
            <a:ext cx="6259512" cy="1317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14600">
                <a:solidFill>
                  <a:srgbClr val="929395"/>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12800">
                <a:solidFill>
                  <a:srgbClr val="929395"/>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11000">
                <a:solidFill>
                  <a:srgbClr val="929395"/>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9100">
                <a:solidFill>
                  <a:srgbClr val="929395"/>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9100">
                <a:solidFill>
                  <a:srgbClr val="929395"/>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9100">
                <a:solidFill>
                  <a:srgbClr val="929395"/>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9100">
                <a:solidFill>
                  <a:srgbClr val="929395"/>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9100">
                <a:solidFill>
                  <a:srgbClr val="929395"/>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9100">
                <a:solidFill>
                  <a:srgbClr val="929395"/>
                </a:solidFill>
                <a:latin typeface="Arial" panose="020B0604020202020204" pitchFamily="34" charset="0"/>
                <a:cs typeface="Arial" panose="020B0604020202020204" pitchFamily="34" charset="0"/>
              </a:defRPr>
            </a:lvl9pPr>
          </a:lstStyle>
          <a:p>
            <a:pPr>
              <a:buFont typeface="Arial" panose="020B0604020202020204" pitchFamily="34" charset="0"/>
              <a:buNone/>
            </a:pPr>
            <a:r>
              <a:rPr lang="en-US" altLang="en-US" sz="1400" b="1" dirty="0">
                <a:solidFill>
                  <a:schemeClr val="tx1"/>
                </a:solidFill>
                <a:latin typeface="Times New Roman" panose="02020603050405020304" pitchFamily="18" charset="0"/>
                <a:cs typeface="Times New Roman" panose="02020603050405020304" pitchFamily="18" charset="0"/>
              </a:rPr>
              <a:t>Symposium on Insights into Gas Diffusion Electrodes: From Fundamentals to Industrial Applications</a:t>
            </a:r>
          </a:p>
          <a:p>
            <a:pPr>
              <a:buFont typeface="Arial" panose="020B0604020202020204" pitchFamily="34" charset="0"/>
              <a:buNone/>
            </a:pPr>
            <a:r>
              <a:rPr lang="en-US" altLang="en-US" sz="1400" b="1" dirty="0">
                <a:solidFill>
                  <a:schemeClr val="tx1"/>
                </a:solidFill>
                <a:latin typeface="Times New Roman" panose="02020603050405020304" pitchFamily="18" charset="0"/>
                <a:cs typeface="Times New Roman" panose="02020603050405020304" pitchFamily="18" charset="0"/>
              </a:rPr>
              <a:t>Magdeburg, Germany,  </a:t>
            </a:r>
          </a:p>
          <a:p>
            <a:pPr>
              <a:buFont typeface="Arial" panose="020B0604020202020204" pitchFamily="34" charset="0"/>
              <a:buNone/>
            </a:pPr>
            <a:r>
              <a:rPr lang="en-US" altLang="en-US" sz="1400" b="1" dirty="0">
                <a:solidFill>
                  <a:schemeClr val="tx1"/>
                </a:solidFill>
                <a:latin typeface="Times New Roman" panose="02020603050405020304" pitchFamily="18" charset="0"/>
                <a:cs typeface="Times New Roman" panose="02020603050405020304" pitchFamily="18" charset="0"/>
              </a:rPr>
              <a:t>September 5 – 7, 2022</a:t>
            </a:r>
          </a:p>
          <a:p>
            <a:pPr eaLnBrk="1" hangingPunct="1">
              <a:spcBef>
                <a:spcPct val="0"/>
              </a:spcBef>
              <a:buFont typeface="Arial" panose="020B0604020202020204" pitchFamily="34" charset="0"/>
              <a:buNone/>
            </a:pPr>
            <a:endParaRPr lang="fr-FR" altLang="fr-FR" sz="1600" dirty="0">
              <a:solidFill>
                <a:srgbClr val="495B64"/>
              </a:solidFill>
              <a:latin typeface="Futura-CondensedLight" pitchFamily="34" charset="0"/>
            </a:endParaRPr>
          </a:p>
        </p:txBody>
      </p:sp>
      <p:pic>
        <p:nvPicPr>
          <p:cNvPr id="8" name="Picture 7">
            <a:extLst>
              <a:ext uri="{FF2B5EF4-FFF2-40B4-BE49-F238E27FC236}">
                <a16:creationId xmlns:a16="http://schemas.microsoft.com/office/drawing/2014/main" id="{7C81C915-8D33-4124-B047-3F469E0E0E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68348" y="59319"/>
            <a:ext cx="4816603" cy="91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38">
            <a:extLst>
              <a:ext uri="{FF2B5EF4-FFF2-40B4-BE49-F238E27FC236}">
                <a16:creationId xmlns:a16="http://schemas.microsoft.com/office/drawing/2014/main" id="{79BB3E73-DE37-40B7-93A9-972255E9D141}"/>
              </a:ext>
            </a:extLst>
          </p:cNvPr>
          <p:cNvSpPr txBox="1">
            <a:spLocks/>
          </p:cNvSpPr>
          <p:nvPr/>
        </p:nvSpPr>
        <p:spPr>
          <a:xfrm>
            <a:off x="15820789" y="27886240"/>
            <a:ext cx="12296940" cy="7128093"/>
          </a:xfrm>
          <a:prstGeom prst="rect">
            <a:avLst/>
          </a:prstGeom>
          <a:solidFill>
            <a:schemeClr val="bg1"/>
          </a:solidFill>
        </p:spPr>
        <p:txBody>
          <a:bodyPr vert="horz" lIns="810000" tIns="720000" rIns="810000" bIns="720000" rtlCol="0">
            <a:normAutofit fontScale="85000" lnSpcReduction="20000"/>
          </a:bodyPr>
          <a:lstStyle>
            <a:lvl1pPr marL="546834" indent="-546834" algn="l" defTabSz="2187336" rtl="0" eaLnBrk="1" latinLnBrk="0" hangingPunct="1">
              <a:lnSpc>
                <a:spcPct val="90000"/>
              </a:lnSpc>
              <a:spcBef>
                <a:spcPts val="2392"/>
              </a:spcBef>
              <a:buFont typeface="Arial" panose="020B0604020202020204" pitchFamily="34" charset="0"/>
              <a:buChar char="•"/>
              <a:defRPr lang="en-US" sz="6000" kern="1200" smtClean="0">
                <a:solidFill>
                  <a:schemeClr val="tx1"/>
                </a:solidFill>
                <a:latin typeface="+mn-lt"/>
                <a:ea typeface="+mn-ea"/>
                <a:cs typeface="+mn-cs"/>
              </a:defRPr>
            </a:lvl1pPr>
            <a:lvl2pPr marL="542925" indent="-542925" algn="l" defTabSz="2187336" rtl="0" eaLnBrk="1" latinLnBrk="0" hangingPunct="1">
              <a:lnSpc>
                <a:spcPct val="90000"/>
              </a:lnSpc>
              <a:spcBef>
                <a:spcPts val="1196"/>
              </a:spcBef>
              <a:buFont typeface="Wingdings" panose="05000000000000000000" pitchFamily="2" charset="2"/>
              <a:buChar char="§"/>
              <a:defRPr lang="en-US" sz="5400" kern="1200" smtClean="0">
                <a:solidFill>
                  <a:schemeClr val="tx1"/>
                </a:solidFill>
                <a:latin typeface="+mn-lt"/>
                <a:ea typeface="+mn-ea"/>
                <a:cs typeface="+mn-cs"/>
              </a:defRPr>
            </a:lvl2pPr>
            <a:lvl3pPr marL="1076325" indent="-533400" algn="l" defTabSz="2187336" rtl="0" eaLnBrk="1" latinLnBrk="0" hangingPunct="1">
              <a:lnSpc>
                <a:spcPct val="90000"/>
              </a:lnSpc>
              <a:spcBef>
                <a:spcPts val="1196"/>
              </a:spcBef>
              <a:buFont typeface="Wingdings" panose="05000000000000000000" pitchFamily="2" charset="2"/>
              <a:buChar char="§"/>
              <a:defRPr lang="en-US" sz="5400" kern="1200" smtClean="0">
                <a:solidFill>
                  <a:schemeClr val="tx1"/>
                </a:solidFill>
                <a:latin typeface="+mn-lt"/>
                <a:ea typeface="+mn-ea"/>
                <a:cs typeface="+mn-cs"/>
              </a:defRPr>
            </a:lvl3pPr>
            <a:lvl4pPr marL="1619250" indent="-542925" algn="l" defTabSz="2187336" rtl="0" eaLnBrk="1" latinLnBrk="0" hangingPunct="1">
              <a:lnSpc>
                <a:spcPct val="90000"/>
              </a:lnSpc>
              <a:spcBef>
                <a:spcPts val="1196"/>
              </a:spcBef>
              <a:buFont typeface="Wingdings" panose="05000000000000000000" pitchFamily="2" charset="2"/>
              <a:buChar char="§"/>
              <a:defRPr lang="en-US" sz="5400" kern="1200" smtClean="0">
                <a:solidFill>
                  <a:schemeClr val="tx1"/>
                </a:solidFill>
                <a:latin typeface="+mn-lt"/>
                <a:ea typeface="+mn-ea"/>
                <a:cs typeface="+mn-cs"/>
              </a:defRPr>
            </a:lvl4pPr>
            <a:lvl5pPr marL="2152650" indent="-533400" algn="l" defTabSz="2187336" rtl="0" eaLnBrk="1" latinLnBrk="0" hangingPunct="1">
              <a:lnSpc>
                <a:spcPct val="90000"/>
              </a:lnSpc>
              <a:spcBef>
                <a:spcPts val="1196"/>
              </a:spcBef>
              <a:buFont typeface="Wingdings" panose="05000000000000000000" pitchFamily="2" charset="2"/>
              <a:buChar char="§"/>
              <a:defRPr lang="en-US" sz="5400" kern="1200" dirty="0">
                <a:solidFill>
                  <a:schemeClr val="tx1"/>
                </a:solidFill>
                <a:latin typeface="+mn-lt"/>
                <a:ea typeface="+mn-ea"/>
                <a:cs typeface="+mn-cs"/>
              </a:defRPr>
            </a:lvl5pPr>
            <a:lvl6pPr marL="6015175" indent="-546834" algn="l" defTabSz="2187336" rtl="0" eaLnBrk="1" latinLnBrk="0" hangingPunct="1">
              <a:lnSpc>
                <a:spcPct val="90000"/>
              </a:lnSpc>
              <a:spcBef>
                <a:spcPts val="1196"/>
              </a:spcBef>
              <a:buFont typeface="Arial" panose="020B0604020202020204" pitchFamily="34" charset="0"/>
              <a:buChar char="•"/>
              <a:defRPr sz="4306" kern="1200">
                <a:solidFill>
                  <a:schemeClr val="tx1"/>
                </a:solidFill>
                <a:latin typeface="+mn-lt"/>
                <a:ea typeface="+mn-ea"/>
                <a:cs typeface="+mn-cs"/>
              </a:defRPr>
            </a:lvl6pPr>
            <a:lvl7pPr marL="7108843" indent="-546834" algn="l" defTabSz="2187336" rtl="0" eaLnBrk="1" latinLnBrk="0" hangingPunct="1">
              <a:lnSpc>
                <a:spcPct val="90000"/>
              </a:lnSpc>
              <a:spcBef>
                <a:spcPts val="1196"/>
              </a:spcBef>
              <a:buFont typeface="Arial" panose="020B0604020202020204" pitchFamily="34" charset="0"/>
              <a:buChar char="•"/>
              <a:defRPr sz="4306" kern="1200">
                <a:solidFill>
                  <a:schemeClr val="tx1"/>
                </a:solidFill>
                <a:latin typeface="+mn-lt"/>
                <a:ea typeface="+mn-ea"/>
                <a:cs typeface="+mn-cs"/>
              </a:defRPr>
            </a:lvl7pPr>
            <a:lvl8pPr marL="8202511" indent="-546834" algn="l" defTabSz="2187336" rtl="0" eaLnBrk="1" latinLnBrk="0" hangingPunct="1">
              <a:lnSpc>
                <a:spcPct val="90000"/>
              </a:lnSpc>
              <a:spcBef>
                <a:spcPts val="1196"/>
              </a:spcBef>
              <a:buFont typeface="Arial" panose="020B0604020202020204" pitchFamily="34" charset="0"/>
              <a:buChar char="•"/>
              <a:defRPr sz="4306" kern="1200">
                <a:solidFill>
                  <a:schemeClr val="tx1"/>
                </a:solidFill>
                <a:latin typeface="+mn-lt"/>
                <a:ea typeface="+mn-ea"/>
                <a:cs typeface="+mn-cs"/>
              </a:defRPr>
            </a:lvl8pPr>
            <a:lvl9pPr marL="9296179" indent="-546834" algn="l" defTabSz="2187336" rtl="0" eaLnBrk="1" latinLnBrk="0" hangingPunct="1">
              <a:lnSpc>
                <a:spcPct val="90000"/>
              </a:lnSpc>
              <a:spcBef>
                <a:spcPts val="1196"/>
              </a:spcBef>
              <a:buFont typeface="Arial" panose="020B0604020202020204" pitchFamily="34" charset="0"/>
              <a:buChar char="•"/>
              <a:defRPr sz="4306" kern="1200">
                <a:solidFill>
                  <a:schemeClr val="tx1"/>
                </a:solidFill>
                <a:latin typeface="+mn-lt"/>
                <a:ea typeface="+mn-ea"/>
                <a:cs typeface="+mn-cs"/>
              </a:defRPr>
            </a:lvl9pPr>
          </a:lstStyle>
          <a:p>
            <a:r>
              <a:rPr lang="en-US" sz="4100" b="1" dirty="0">
                <a:latin typeface="Times New Roman" panose="02020603050405020304" pitchFamily="18" charset="0"/>
                <a:cs typeface="Times New Roman" panose="02020603050405020304" pitchFamily="18" charset="0"/>
              </a:rPr>
              <a:t>Conclusion</a:t>
            </a:r>
          </a:p>
          <a:p>
            <a:pPr algn="just">
              <a:lnSpc>
                <a:spcPct val="110000"/>
              </a:lnSpc>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A numerical model based on the finite element method was used to calculate the effective properties of Nickel foam (porosity=0.95), this one was compared with Bruggeman correlation and catalog details, and there is a good agreement between results and catalog details. The numerical results demonstrate that the developed FEM approach is close to catalog details and the Bruggeman approach.</a:t>
            </a:r>
          </a:p>
          <a:p>
            <a:pPr algn="just">
              <a:lnSpc>
                <a:spcPct val="110000"/>
              </a:lnSpc>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3D numerical models were used to predict the effective electrical conductivity, permeability, porosity, and Specific active area for 3 different microstructures with changing volume fractions of carbon materials. </a:t>
            </a:r>
          </a:p>
          <a:p>
            <a:pPr algn="just">
              <a:lnSpc>
                <a:spcPct val="110000"/>
              </a:lnSpc>
              <a:buFont typeface="Wingdings" panose="05000000000000000000" pitchFamily="2" charset="2"/>
              <a:buChar char="Ø"/>
            </a:pPr>
            <a:r>
              <a:rPr lang="en-US" sz="2900" b="1" dirty="0">
                <a:latin typeface="Times New Roman" panose="02020603050405020304" pitchFamily="18" charset="0"/>
                <a:cs typeface="Times New Roman" panose="02020603050405020304" pitchFamily="18" charset="0"/>
              </a:rPr>
              <a:t>The present work indicated that the simple model of microstructure constituted by a cubic matrix and spherical spheres is reliable to predict the effective properties of microstructure, and it gives us an acceptable approximation to the desired results</a:t>
            </a:r>
            <a:r>
              <a:rPr lang="en-US" sz="2400" b="1" dirty="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p:txBody>
      </p:sp>
      <p:grpSp>
        <p:nvGrpSpPr>
          <p:cNvPr id="84" name="Group 83">
            <a:extLst>
              <a:ext uri="{FF2B5EF4-FFF2-40B4-BE49-F238E27FC236}">
                <a16:creationId xmlns:a16="http://schemas.microsoft.com/office/drawing/2014/main" id="{7B81D98A-6638-4DFF-BD6B-39ACD3D3CE8B}"/>
              </a:ext>
            </a:extLst>
          </p:cNvPr>
          <p:cNvGrpSpPr/>
          <p:nvPr/>
        </p:nvGrpSpPr>
        <p:grpSpPr>
          <a:xfrm>
            <a:off x="5501530" y="30382967"/>
            <a:ext cx="7723870" cy="8610866"/>
            <a:chOff x="7370676" y="387548"/>
            <a:chExt cx="4454401" cy="5741800"/>
          </a:xfrm>
        </p:grpSpPr>
        <p:pic>
          <p:nvPicPr>
            <p:cNvPr id="85" name="Picture 84">
              <a:extLst>
                <a:ext uri="{FF2B5EF4-FFF2-40B4-BE49-F238E27FC236}">
                  <a16:creationId xmlns:a16="http://schemas.microsoft.com/office/drawing/2014/main" id="{5A6C400A-D514-40D5-A11C-7B425A5FCBC6}"/>
                </a:ext>
              </a:extLst>
            </p:cNvPr>
            <p:cNvPicPr>
              <a:picLocks noChangeAspect="1"/>
            </p:cNvPicPr>
            <p:nvPr/>
          </p:nvPicPr>
          <p:blipFill rotWithShape="1">
            <a:blip r:embed="rId4"/>
            <a:srcRect l="39848" t="23050" r="47620" b="16198"/>
            <a:stretch/>
          </p:blipFill>
          <p:spPr>
            <a:xfrm>
              <a:off x="7370676" y="855027"/>
              <a:ext cx="1233632" cy="4488563"/>
            </a:xfrm>
            <a:prstGeom prst="rect">
              <a:avLst/>
            </a:prstGeom>
          </p:spPr>
        </p:pic>
        <p:cxnSp>
          <p:nvCxnSpPr>
            <p:cNvPr id="86" name="Straight Arrow Connector 85">
              <a:extLst>
                <a:ext uri="{FF2B5EF4-FFF2-40B4-BE49-F238E27FC236}">
                  <a16:creationId xmlns:a16="http://schemas.microsoft.com/office/drawing/2014/main" id="{BC0F9B4A-269E-425F-92D7-1FAF02B619C1}"/>
                </a:ext>
              </a:extLst>
            </p:cNvPr>
            <p:cNvCxnSpPr/>
            <p:nvPr/>
          </p:nvCxnSpPr>
          <p:spPr>
            <a:xfrm flipH="1" flipV="1">
              <a:off x="7987492" y="5149420"/>
              <a:ext cx="9237" cy="741821"/>
            </a:xfrm>
            <a:prstGeom prst="straightConnector1">
              <a:avLst/>
            </a:prstGeom>
            <a:ln w="76200">
              <a:solidFill>
                <a:srgbClr val="0070C0"/>
              </a:solidFill>
              <a:tailEnd type="triangle"/>
            </a:ln>
          </p:spPr>
          <p:style>
            <a:lnRef idx="2">
              <a:schemeClr val="accent6"/>
            </a:lnRef>
            <a:fillRef idx="0">
              <a:schemeClr val="accent6"/>
            </a:fillRef>
            <a:effectRef idx="1">
              <a:schemeClr val="accent6"/>
            </a:effectRef>
            <a:fontRef idx="minor">
              <a:schemeClr val="tx1"/>
            </a:fontRef>
          </p:style>
        </p:cxnSp>
        <p:sp>
          <p:nvSpPr>
            <p:cNvPr id="87" name="TextBox 86">
              <a:extLst>
                <a:ext uri="{FF2B5EF4-FFF2-40B4-BE49-F238E27FC236}">
                  <a16:creationId xmlns:a16="http://schemas.microsoft.com/office/drawing/2014/main" id="{BC7801DE-3DDC-46E0-96B2-6498D4F0DA73}"/>
                </a:ext>
              </a:extLst>
            </p:cNvPr>
            <p:cNvSpPr txBox="1"/>
            <p:nvPr/>
          </p:nvSpPr>
          <p:spPr>
            <a:xfrm>
              <a:off x="8080796" y="5424614"/>
              <a:ext cx="646331"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Inlet</a:t>
              </a:r>
            </a:p>
          </p:txBody>
        </p:sp>
        <p:cxnSp>
          <p:nvCxnSpPr>
            <p:cNvPr id="88" name="Straight Arrow Connector 87">
              <a:extLst>
                <a:ext uri="{FF2B5EF4-FFF2-40B4-BE49-F238E27FC236}">
                  <a16:creationId xmlns:a16="http://schemas.microsoft.com/office/drawing/2014/main" id="{69B49601-F008-46BD-BF78-BDBAE5C32760}"/>
                </a:ext>
              </a:extLst>
            </p:cNvPr>
            <p:cNvCxnSpPr/>
            <p:nvPr/>
          </p:nvCxnSpPr>
          <p:spPr>
            <a:xfrm flipH="1" flipV="1">
              <a:off x="7941197" y="387548"/>
              <a:ext cx="9237" cy="741821"/>
            </a:xfrm>
            <a:prstGeom prst="straightConnector1">
              <a:avLst/>
            </a:prstGeom>
            <a:ln w="76200">
              <a:solidFill>
                <a:srgbClr val="FF0000"/>
              </a:solidFill>
              <a:tailEnd type="triangle"/>
            </a:ln>
          </p:spPr>
          <p:style>
            <a:lnRef idx="2">
              <a:schemeClr val="accent6"/>
            </a:lnRef>
            <a:fillRef idx="0">
              <a:schemeClr val="accent6"/>
            </a:fillRef>
            <a:effectRef idx="1">
              <a:schemeClr val="accent6"/>
            </a:effectRef>
            <a:fontRef idx="minor">
              <a:schemeClr val="tx1"/>
            </a:fontRef>
          </p:style>
        </p:cxnSp>
        <p:sp>
          <p:nvSpPr>
            <p:cNvPr id="89" name="TextBox 88">
              <a:extLst>
                <a:ext uri="{FF2B5EF4-FFF2-40B4-BE49-F238E27FC236}">
                  <a16:creationId xmlns:a16="http://schemas.microsoft.com/office/drawing/2014/main" id="{23F05B12-0A7F-4028-874D-F686102405BA}"/>
                </a:ext>
              </a:extLst>
            </p:cNvPr>
            <p:cNvSpPr txBox="1"/>
            <p:nvPr/>
          </p:nvSpPr>
          <p:spPr>
            <a:xfrm>
              <a:off x="8073988" y="417693"/>
              <a:ext cx="813043"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Outlet</a:t>
              </a:r>
            </a:p>
          </p:txBody>
        </p:sp>
        <p:sp>
          <p:nvSpPr>
            <p:cNvPr id="90" name="TextBox 89">
              <a:extLst>
                <a:ext uri="{FF2B5EF4-FFF2-40B4-BE49-F238E27FC236}">
                  <a16:creationId xmlns:a16="http://schemas.microsoft.com/office/drawing/2014/main" id="{217622AD-CEDB-40CF-8200-67EFB2AA9882}"/>
                </a:ext>
              </a:extLst>
            </p:cNvPr>
            <p:cNvSpPr txBox="1"/>
            <p:nvPr/>
          </p:nvSpPr>
          <p:spPr>
            <a:xfrm>
              <a:off x="7996729" y="5760016"/>
              <a:ext cx="1329210"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V=0.1 [m/s]</a:t>
              </a:r>
            </a:p>
          </p:txBody>
        </p:sp>
        <p:pic>
          <p:nvPicPr>
            <p:cNvPr id="91" name="Picture 90">
              <a:extLst>
                <a:ext uri="{FF2B5EF4-FFF2-40B4-BE49-F238E27FC236}">
                  <a16:creationId xmlns:a16="http://schemas.microsoft.com/office/drawing/2014/main" id="{BF3E2790-9B8E-4CF1-B50E-E0BE82C442EF}"/>
                </a:ext>
              </a:extLst>
            </p:cNvPr>
            <p:cNvPicPr>
              <a:picLocks noChangeAspect="1"/>
            </p:cNvPicPr>
            <p:nvPr/>
          </p:nvPicPr>
          <p:blipFill rotWithShape="1">
            <a:blip r:embed="rId5"/>
            <a:srcRect l="39631" t="22613" r="47926" b="16274"/>
            <a:stretch/>
          </p:blipFill>
          <p:spPr>
            <a:xfrm>
              <a:off x="9221124" y="669502"/>
              <a:ext cx="1259840" cy="4644116"/>
            </a:xfrm>
            <a:prstGeom prst="rect">
              <a:avLst/>
            </a:prstGeom>
          </p:spPr>
        </p:pic>
        <p:sp>
          <p:nvSpPr>
            <p:cNvPr id="92" name="TextBox 91">
              <a:extLst>
                <a:ext uri="{FF2B5EF4-FFF2-40B4-BE49-F238E27FC236}">
                  <a16:creationId xmlns:a16="http://schemas.microsoft.com/office/drawing/2014/main" id="{A30D7B3A-A60B-4482-9D2C-75EC1E28082B}"/>
                </a:ext>
              </a:extLst>
            </p:cNvPr>
            <p:cNvSpPr txBox="1"/>
            <p:nvPr/>
          </p:nvSpPr>
          <p:spPr>
            <a:xfrm>
              <a:off x="10353520" y="495556"/>
              <a:ext cx="1471557"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Velocity[m/s]</a:t>
              </a:r>
            </a:p>
          </p:txBody>
        </p:sp>
        <p:pic>
          <p:nvPicPr>
            <p:cNvPr id="93" name="Picture 92">
              <a:extLst>
                <a:ext uri="{FF2B5EF4-FFF2-40B4-BE49-F238E27FC236}">
                  <a16:creationId xmlns:a16="http://schemas.microsoft.com/office/drawing/2014/main" id="{8E5B17EB-B7C8-460A-AEF9-062BD61DA9F4}"/>
                </a:ext>
              </a:extLst>
            </p:cNvPr>
            <p:cNvPicPr>
              <a:picLocks noChangeAspect="1"/>
            </p:cNvPicPr>
            <p:nvPr/>
          </p:nvPicPr>
          <p:blipFill rotWithShape="1">
            <a:blip r:embed="rId6"/>
            <a:srcRect l="7751" t="908" r="60823" b="853"/>
            <a:stretch/>
          </p:blipFill>
          <p:spPr>
            <a:xfrm>
              <a:off x="10480964" y="898262"/>
              <a:ext cx="167640" cy="4057651"/>
            </a:xfrm>
            <a:prstGeom prst="rect">
              <a:avLst/>
            </a:prstGeom>
          </p:spPr>
        </p:pic>
        <p:sp>
          <p:nvSpPr>
            <p:cNvPr id="94" name="TextBox 93">
              <a:extLst>
                <a:ext uri="{FF2B5EF4-FFF2-40B4-BE49-F238E27FC236}">
                  <a16:creationId xmlns:a16="http://schemas.microsoft.com/office/drawing/2014/main" id="{A0BDF9F0-4E1E-42F8-9BE9-C44F54C32657}"/>
                </a:ext>
              </a:extLst>
            </p:cNvPr>
            <p:cNvSpPr txBox="1"/>
            <p:nvPr/>
          </p:nvSpPr>
          <p:spPr>
            <a:xfrm>
              <a:off x="10643346" y="4714997"/>
              <a:ext cx="301686"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0</a:t>
              </a:r>
            </a:p>
          </p:txBody>
        </p:sp>
        <p:sp>
          <p:nvSpPr>
            <p:cNvPr id="95" name="TextBox 94">
              <a:extLst>
                <a:ext uri="{FF2B5EF4-FFF2-40B4-BE49-F238E27FC236}">
                  <a16:creationId xmlns:a16="http://schemas.microsoft.com/office/drawing/2014/main" id="{BBDE9DE2-3212-45EA-9598-E0DF34A95D30}"/>
                </a:ext>
              </a:extLst>
            </p:cNvPr>
            <p:cNvSpPr txBox="1"/>
            <p:nvPr/>
          </p:nvSpPr>
          <p:spPr>
            <a:xfrm>
              <a:off x="10678966" y="3128383"/>
              <a:ext cx="473206"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0.1</a:t>
              </a:r>
            </a:p>
          </p:txBody>
        </p:sp>
        <p:sp>
          <p:nvSpPr>
            <p:cNvPr id="96" name="TextBox 95">
              <a:extLst>
                <a:ext uri="{FF2B5EF4-FFF2-40B4-BE49-F238E27FC236}">
                  <a16:creationId xmlns:a16="http://schemas.microsoft.com/office/drawing/2014/main" id="{1E60334A-8293-453D-BC52-0B87612010C1}"/>
                </a:ext>
              </a:extLst>
            </p:cNvPr>
            <p:cNvSpPr txBox="1"/>
            <p:nvPr/>
          </p:nvSpPr>
          <p:spPr>
            <a:xfrm>
              <a:off x="10653379" y="1508542"/>
              <a:ext cx="473206"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0.2</a:t>
              </a:r>
            </a:p>
          </p:txBody>
        </p:sp>
        <p:sp>
          <p:nvSpPr>
            <p:cNvPr id="97" name="TextBox 96">
              <a:extLst>
                <a:ext uri="{FF2B5EF4-FFF2-40B4-BE49-F238E27FC236}">
                  <a16:creationId xmlns:a16="http://schemas.microsoft.com/office/drawing/2014/main" id="{9EAAF33E-0514-427B-9F4E-F3DF2220BA70}"/>
                </a:ext>
              </a:extLst>
            </p:cNvPr>
            <p:cNvSpPr txBox="1"/>
            <p:nvPr/>
          </p:nvSpPr>
          <p:spPr>
            <a:xfrm>
              <a:off x="10648604" y="742194"/>
              <a:ext cx="588623"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0.25</a:t>
              </a:r>
            </a:p>
          </p:txBody>
        </p:sp>
        <p:sp>
          <p:nvSpPr>
            <p:cNvPr id="98" name="TextBox 97">
              <a:extLst>
                <a:ext uri="{FF2B5EF4-FFF2-40B4-BE49-F238E27FC236}">
                  <a16:creationId xmlns:a16="http://schemas.microsoft.com/office/drawing/2014/main" id="{441B2144-1EBD-41F6-A879-5EBA149986A2}"/>
                </a:ext>
              </a:extLst>
            </p:cNvPr>
            <p:cNvSpPr txBox="1"/>
            <p:nvPr/>
          </p:nvSpPr>
          <p:spPr>
            <a:xfrm>
              <a:off x="10640138" y="3948649"/>
              <a:ext cx="588623"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0.05</a:t>
              </a:r>
            </a:p>
          </p:txBody>
        </p:sp>
        <p:sp>
          <p:nvSpPr>
            <p:cNvPr id="99" name="TextBox 98">
              <a:extLst>
                <a:ext uri="{FF2B5EF4-FFF2-40B4-BE49-F238E27FC236}">
                  <a16:creationId xmlns:a16="http://schemas.microsoft.com/office/drawing/2014/main" id="{9B4A1CD9-191F-4FCD-B6A6-4258C603473A}"/>
                </a:ext>
              </a:extLst>
            </p:cNvPr>
            <p:cNvSpPr txBox="1"/>
            <p:nvPr/>
          </p:nvSpPr>
          <p:spPr>
            <a:xfrm>
              <a:off x="10653379" y="2334351"/>
              <a:ext cx="588623"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0.15</a:t>
              </a:r>
            </a:p>
          </p:txBody>
        </p:sp>
      </p:grpSp>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2AB61557-AF66-4A38-9569-B6D39486E26E}"/>
                  </a:ext>
                </a:extLst>
              </p:cNvPr>
              <p:cNvSpPr txBox="1"/>
              <p:nvPr/>
            </p:nvSpPr>
            <p:spPr>
              <a:xfrm>
                <a:off x="17182849" y="26895449"/>
                <a:ext cx="10016898" cy="1354217"/>
              </a:xfrm>
              <a:prstGeom prst="rect">
                <a:avLst/>
              </a:prstGeom>
              <a:noFill/>
            </p:spPr>
            <p:txBody>
              <a:bodyPr wrap="square" rtlCol="0">
                <a:spAutoFit/>
              </a:bodyPr>
              <a:lstStyle/>
              <a:p>
                <a:pPr>
                  <a:spcBef>
                    <a:spcPts val="600"/>
                  </a:spcBef>
                </a:pPr>
                <a14:m>
                  <m:oMath xmlns:m="http://schemas.openxmlformats.org/officeDocument/2006/math">
                    <m:r>
                      <a:rPr lang="en-US" sz="24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𝜺</m:t>
                    </m:r>
                  </m:oMath>
                </a14:m>
                <a:r>
                  <a:rPr lang="en-US" sz="2400" b="1" dirty="0">
                    <a:solidFill>
                      <a:schemeClr val="tx1"/>
                    </a:solidFill>
                    <a:latin typeface="Times New Roman" panose="02020603050405020304" pitchFamily="18" charset="0"/>
                    <a:cs typeface="Times New Roman" panose="02020603050405020304" pitchFamily="18" charset="0"/>
                  </a:rPr>
                  <a:t>:Porosity ; </a:t>
                </a:r>
                <a14:m>
                  <m:oMath xmlns:m="http://schemas.openxmlformats.org/officeDocument/2006/math">
                    <m:r>
                      <a:rPr lang="en-US" sz="2400" b="1" i="1">
                        <a:latin typeface="Cambria Math" panose="02040503050406030204" pitchFamily="18" charset="0"/>
                        <a:ea typeface="Cambria Math" panose="02040503050406030204" pitchFamily="18" charset="0"/>
                        <a:cs typeface="Times New Roman" panose="02020603050405020304" pitchFamily="18" charset="0"/>
                      </a:rPr>
                      <m:t>𝜻</m:t>
                    </m:r>
                    <m:r>
                      <a:rPr lang="en-US" sz="2400" b="1" i="1">
                        <a:latin typeface="Cambria Math" panose="02040503050406030204" pitchFamily="18" charset="0"/>
                        <a:ea typeface="Cambria Math" panose="02040503050406030204" pitchFamily="18" charset="0"/>
                        <a:cs typeface="Times New Roman" panose="02020603050405020304" pitchFamily="18" charset="0"/>
                      </a:rPr>
                      <m:t>:</m:t>
                    </m:r>
                  </m:oMath>
                </a14:m>
                <a:r>
                  <a:rPr lang="en-US" sz="2400" b="1" dirty="0">
                    <a:latin typeface="Times New Roman" panose="02020603050405020304" pitchFamily="18" charset="0"/>
                    <a:cs typeface="Times New Roman" panose="02020603050405020304" pitchFamily="18" charset="0"/>
                  </a:rPr>
                  <a:t>Specific active area  [1/m]; K: Permeability [1/m2]</a:t>
                </a:r>
              </a:p>
              <a:p>
                <a:pPr>
                  <a:spcBef>
                    <a:spcPts val="600"/>
                  </a:spcBef>
                </a:pPr>
                <a:endParaRPr lang="en-US" sz="2400" b="1" dirty="0">
                  <a:latin typeface="Times New Roman" panose="02020603050405020304" pitchFamily="18" charset="0"/>
                  <a:cs typeface="Times New Roman" panose="02020603050405020304" pitchFamily="18" charset="0"/>
                </a:endParaRPr>
              </a:p>
              <a:p>
                <a:pPr algn="l">
                  <a:spcBef>
                    <a:spcPts val="600"/>
                  </a:spcBef>
                </a:pPr>
                <a:r>
                  <a:rPr lang="en-US" sz="2400" b="1" dirty="0">
                    <a:solidFill>
                      <a:schemeClr val="tx1"/>
                    </a:solidFill>
                    <a:latin typeface="Times New Roman" panose="02020603050405020304" pitchFamily="18" charset="0"/>
                    <a:cs typeface="Times New Roman" panose="02020603050405020304" pitchFamily="18" charset="0"/>
                  </a:rPr>
                  <a:t>                                            </a:t>
                </a:r>
              </a:p>
            </p:txBody>
          </p:sp>
        </mc:Choice>
        <mc:Fallback xmlns="">
          <p:sp>
            <p:nvSpPr>
              <p:cNvPr id="115" name="TextBox 114">
                <a:extLst>
                  <a:ext uri="{FF2B5EF4-FFF2-40B4-BE49-F238E27FC236}">
                    <a16:creationId xmlns:a16="http://schemas.microsoft.com/office/drawing/2014/main" id="{2AB61557-AF66-4A38-9569-B6D39486E26E}"/>
                  </a:ext>
                </a:extLst>
              </p:cNvPr>
              <p:cNvSpPr txBox="1">
                <a:spLocks noRot="1" noChangeAspect="1" noMove="1" noResize="1" noEditPoints="1" noAdjustHandles="1" noChangeArrowheads="1" noChangeShapeType="1" noTextEdit="1"/>
              </p:cNvSpPr>
              <p:nvPr/>
            </p:nvSpPr>
            <p:spPr>
              <a:xfrm>
                <a:off x="17182849" y="26895449"/>
                <a:ext cx="10016898" cy="1354217"/>
              </a:xfrm>
              <a:prstGeom prst="rect">
                <a:avLst/>
              </a:prstGeom>
              <a:blipFill>
                <a:blip r:embed="rId7"/>
                <a:stretch>
                  <a:fillRect t="-36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1" name="TextBox 130">
                <a:extLst>
                  <a:ext uri="{FF2B5EF4-FFF2-40B4-BE49-F238E27FC236}">
                    <a16:creationId xmlns:a16="http://schemas.microsoft.com/office/drawing/2014/main" id="{00BFFC59-ACFD-45A6-830E-F019D118CE53}"/>
                  </a:ext>
                </a:extLst>
              </p:cNvPr>
              <p:cNvSpPr txBox="1"/>
              <p:nvPr/>
            </p:nvSpPr>
            <p:spPr>
              <a:xfrm>
                <a:off x="17165648" y="27451756"/>
                <a:ext cx="5719771" cy="496674"/>
              </a:xfrm>
              <a:prstGeom prst="rect">
                <a:avLst/>
              </a:prstGeom>
              <a:noFill/>
            </p:spPr>
            <p:txBody>
              <a:bodyPr wrap="none" rtlCol="0">
                <a:spAutoFit/>
              </a:bodyPr>
              <a:lstStyle/>
              <a:p>
                <a:pPr>
                  <a:spcBef>
                    <a:spcPts val="600"/>
                  </a:spcBef>
                </a:pPr>
                <a14:m>
                  <m:oMath xmlns:m="http://schemas.openxmlformats.org/officeDocument/2006/math">
                    <m:sSub>
                      <m:sSubPr>
                        <m:ctrlPr>
                          <a:rPr lang="en-US" sz="2400" b="1" i="1" smtClean="0">
                            <a:solidFill>
                              <a:schemeClr val="tx1"/>
                            </a:solidFill>
                            <a:latin typeface="Cambria Math" panose="02040503050406030204" pitchFamily="18" charset="0"/>
                            <a:cs typeface="Times New Roman" panose="02020603050405020304" pitchFamily="18" charset="0"/>
                          </a:rPr>
                        </m:ctrlPr>
                      </m:sSubPr>
                      <m:e>
                        <m:r>
                          <a:rPr lang="en-US" sz="24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𝝈</m:t>
                        </m:r>
                      </m:e>
                      <m:sub>
                        <m:r>
                          <a:rPr lang="en-US" sz="2400" b="1" i="1" smtClean="0">
                            <a:solidFill>
                              <a:schemeClr val="tx1"/>
                            </a:solidFill>
                            <a:latin typeface="Cambria Math" panose="02040503050406030204" pitchFamily="18" charset="0"/>
                            <a:cs typeface="Times New Roman" panose="02020603050405020304" pitchFamily="18" charset="0"/>
                          </a:rPr>
                          <m:t>𝒆𝒇𝒇</m:t>
                        </m:r>
                      </m:sub>
                    </m:sSub>
                  </m:oMath>
                </a14:m>
                <a:r>
                  <a:rPr lang="en-US" sz="2400" b="1" dirty="0">
                    <a:solidFill>
                      <a:schemeClr val="tx1"/>
                    </a:solidFill>
                    <a:latin typeface="Times New Roman" panose="02020603050405020304" pitchFamily="18" charset="0"/>
                    <a:cs typeface="Times New Roman" panose="02020603050405020304" pitchFamily="18" charset="0"/>
                  </a:rPr>
                  <a:t>:Effective electrical conductivity[S/m]</a:t>
                </a:r>
              </a:p>
            </p:txBody>
          </p:sp>
        </mc:Choice>
        <mc:Fallback xmlns="">
          <p:sp>
            <p:nvSpPr>
              <p:cNvPr id="131" name="TextBox 130">
                <a:extLst>
                  <a:ext uri="{FF2B5EF4-FFF2-40B4-BE49-F238E27FC236}">
                    <a16:creationId xmlns:a16="http://schemas.microsoft.com/office/drawing/2014/main" id="{00BFFC59-ACFD-45A6-830E-F019D118CE53}"/>
                  </a:ext>
                </a:extLst>
              </p:cNvPr>
              <p:cNvSpPr txBox="1">
                <a:spLocks noRot="1" noChangeAspect="1" noMove="1" noResize="1" noEditPoints="1" noAdjustHandles="1" noChangeArrowheads="1" noChangeShapeType="1" noTextEdit="1"/>
              </p:cNvSpPr>
              <p:nvPr/>
            </p:nvSpPr>
            <p:spPr>
              <a:xfrm>
                <a:off x="17165648" y="27451756"/>
                <a:ext cx="5719771" cy="496674"/>
              </a:xfrm>
              <a:prstGeom prst="rect">
                <a:avLst/>
              </a:prstGeom>
              <a:blipFill>
                <a:blip r:embed="rId8"/>
                <a:stretch>
                  <a:fillRect t="-9756" r="-853" b="-19512"/>
                </a:stretch>
              </a:blipFill>
            </p:spPr>
            <p:txBody>
              <a:bodyPr/>
              <a:lstStyle/>
              <a:p>
                <a:r>
                  <a:rPr lang="en-US">
                    <a:noFill/>
                  </a:rPr>
                  <a:t> </a:t>
                </a:r>
              </a:p>
            </p:txBody>
          </p:sp>
        </mc:Fallback>
      </mc:AlternateContent>
      <p:graphicFrame>
        <p:nvGraphicFramePr>
          <p:cNvPr id="137" name="Table 136">
            <a:extLst>
              <a:ext uri="{FF2B5EF4-FFF2-40B4-BE49-F238E27FC236}">
                <a16:creationId xmlns:a16="http://schemas.microsoft.com/office/drawing/2014/main" id="{D9E4B0C9-7A4D-4A6D-9245-0E90B5BEB8B4}"/>
              </a:ext>
            </a:extLst>
          </p:cNvPr>
          <p:cNvGraphicFramePr>
            <a:graphicFrameLocks noGrp="1"/>
          </p:cNvGraphicFramePr>
          <p:nvPr>
            <p:extLst>
              <p:ext uri="{D42A27DB-BD31-4B8C-83A1-F6EECF244321}">
                <p14:modId xmlns:p14="http://schemas.microsoft.com/office/powerpoint/2010/main" val="2651444695"/>
              </p:ext>
            </p:extLst>
          </p:nvPr>
        </p:nvGraphicFramePr>
        <p:xfrm>
          <a:off x="2956991" y="29055689"/>
          <a:ext cx="9289033" cy="706120"/>
        </p:xfrm>
        <a:graphic>
          <a:graphicData uri="http://schemas.openxmlformats.org/drawingml/2006/table">
            <a:tbl>
              <a:tblPr firstRow="1" bandRow="1">
                <a:tableStyleId>{5940675A-B579-460E-94D1-54222C63F5DA}</a:tableStyleId>
              </a:tblPr>
              <a:tblGrid>
                <a:gridCol w="1804826">
                  <a:extLst>
                    <a:ext uri="{9D8B030D-6E8A-4147-A177-3AD203B41FA5}">
                      <a16:colId xmlns:a16="http://schemas.microsoft.com/office/drawing/2014/main" val="4113309732"/>
                    </a:ext>
                  </a:extLst>
                </a:gridCol>
                <a:gridCol w="1813321">
                  <a:extLst>
                    <a:ext uri="{9D8B030D-6E8A-4147-A177-3AD203B41FA5}">
                      <a16:colId xmlns:a16="http://schemas.microsoft.com/office/drawing/2014/main" val="516537404"/>
                    </a:ext>
                  </a:extLst>
                </a:gridCol>
                <a:gridCol w="3332594">
                  <a:extLst>
                    <a:ext uri="{9D8B030D-6E8A-4147-A177-3AD203B41FA5}">
                      <a16:colId xmlns:a16="http://schemas.microsoft.com/office/drawing/2014/main" val="124279488"/>
                    </a:ext>
                  </a:extLst>
                </a:gridCol>
                <a:gridCol w="2338292">
                  <a:extLst>
                    <a:ext uri="{9D8B030D-6E8A-4147-A177-3AD203B41FA5}">
                      <a16:colId xmlns:a16="http://schemas.microsoft.com/office/drawing/2014/main" val="1788214432"/>
                    </a:ext>
                  </a:extLst>
                </a:gridCol>
              </a:tblGrid>
              <a:tr h="0">
                <a:tc>
                  <a:txBody>
                    <a:bodyPr/>
                    <a:lstStyle/>
                    <a:p>
                      <a:pPr algn="ctr"/>
                      <a:r>
                        <a:rPr lang="en-US" sz="1600" b="1" dirty="0">
                          <a:latin typeface="Times New Roman" panose="02020603050405020304" pitchFamily="18" charset="0"/>
                          <a:cs typeface="Times New Roman" panose="02020603050405020304" pitchFamily="18" charset="0"/>
                        </a:rPr>
                        <a:t>Property</a:t>
                      </a:r>
                    </a:p>
                  </a:txBody>
                  <a:tcPr/>
                </a:tc>
                <a:tc>
                  <a:txBody>
                    <a:bodyPr/>
                    <a:lstStyle/>
                    <a:p>
                      <a:pPr algn="ctr"/>
                      <a:r>
                        <a:rPr lang="en-US" sz="1600" b="1" dirty="0">
                          <a:latin typeface="Times New Roman" panose="02020603050405020304" pitchFamily="18" charset="0"/>
                          <a:cs typeface="Times New Roman" panose="02020603050405020304" pitchFamily="18" charset="0"/>
                        </a:rPr>
                        <a:t>Bruggeman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Simulation (Comsol)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Error(%)</a:t>
                      </a:r>
                    </a:p>
                  </a:txBody>
                  <a:tcPr/>
                </a:tc>
                <a:extLst>
                  <a:ext uri="{0D108BD9-81ED-4DB2-BD59-A6C34878D82A}">
                    <a16:rowId xmlns:a16="http://schemas.microsoft.com/office/drawing/2014/main" val="1453129730"/>
                  </a:ext>
                </a:extLst>
              </a:tr>
              <a:tr h="370840">
                <a:tc>
                  <a:txBody>
                    <a:bodyPr/>
                    <a:lstStyle/>
                    <a:p>
                      <a:pPr algn="ctr"/>
                      <a:endParaRPr lang="en-US" sz="1600" b="1" dirty="0">
                        <a:latin typeface="Times New Roman" panose="02020603050405020304" pitchFamily="18" charset="0"/>
                        <a:cs typeface="Times New Roman" panose="02020603050405020304" pitchFamily="18" charset="0"/>
                      </a:endParaRPr>
                    </a:p>
                  </a:txBody>
                  <a:tcPr/>
                </a:tc>
                <a:tc>
                  <a:txBody>
                    <a:bodyPr/>
                    <a:lstStyle/>
                    <a:p>
                      <a:pPr algn="ctr"/>
                      <a:r>
                        <a:rPr lang="en-US" sz="1800" b="1" dirty="0">
                          <a:latin typeface="Times New Roman" panose="02020603050405020304" pitchFamily="18" charset="0"/>
                          <a:cs typeface="Times New Roman" panose="02020603050405020304" pitchFamily="18" charset="0"/>
                        </a:rPr>
                        <a:t>5.2e6</a:t>
                      </a:r>
                    </a:p>
                  </a:txBody>
                  <a:tcPr/>
                </a:tc>
                <a:tc>
                  <a:txBody>
                    <a:bodyPr/>
                    <a:lstStyle/>
                    <a:p>
                      <a:pPr algn="ctr"/>
                      <a:r>
                        <a:rPr lang="en-US" sz="1800" b="1" dirty="0">
                          <a:latin typeface="Times New Roman" panose="02020603050405020304" pitchFamily="18" charset="0"/>
                          <a:cs typeface="Times New Roman" panose="02020603050405020304" pitchFamily="18" charset="0"/>
                        </a:rPr>
                        <a:t>4.7e6</a:t>
                      </a:r>
                    </a:p>
                  </a:txBody>
                  <a:tcPr/>
                </a:tc>
                <a:tc>
                  <a:txBody>
                    <a:bodyPr/>
                    <a:lstStyle/>
                    <a:p>
                      <a:pPr algn="ctr"/>
                      <a:r>
                        <a:rPr lang="en-US" sz="1800" b="1" dirty="0">
                          <a:latin typeface="Times New Roman" panose="02020603050405020304" pitchFamily="18" charset="0"/>
                          <a:cs typeface="Times New Roman" panose="02020603050405020304" pitchFamily="18" charset="0"/>
                        </a:rPr>
                        <a:t>9.6</a:t>
                      </a:r>
                    </a:p>
                  </a:txBody>
                  <a:tcPr/>
                </a:tc>
                <a:extLst>
                  <a:ext uri="{0D108BD9-81ED-4DB2-BD59-A6C34878D82A}">
                    <a16:rowId xmlns:a16="http://schemas.microsoft.com/office/drawing/2014/main" val="2544230919"/>
                  </a:ext>
                </a:extLst>
              </a:tr>
            </a:tbl>
          </a:graphicData>
        </a:graphic>
      </p:graphicFrame>
      <mc:AlternateContent xmlns:mc="http://schemas.openxmlformats.org/markup-compatibility/2006" xmlns:a14="http://schemas.microsoft.com/office/drawing/2010/main">
        <mc:Choice Requires="a14">
          <p:sp>
            <p:nvSpPr>
              <p:cNvPr id="138" name="Rectangle 137">
                <a:extLst>
                  <a:ext uri="{FF2B5EF4-FFF2-40B4-BE49-F238E27FC236}">
                    <a16:creationId xmlns:a16="http://schemas.microsoft.com/office/drawing/2014/main" id="{FEF891C2-73CE-4250-98F2-192D6AF816C6}"/>
                  </a:ext>
                </a:extLst>
              </p:cNvPr>
              <p:cNvSpPr/>
              <p:nvPr/>
            </p:nvSpPr>
            <p:spPr>
              <a:xfrm>
                <a:off x="3446705" y="29413875"/>
                <a:ext cx="1106906" cy="361894"/>
              </a:xfrm>
              <a:prstGeom prst="rect">
                <a:avLst/>
              </a:prstGeom>
            </p:spPr>
            <p:txBody>
              <a:bodyPr wrap="none">
                <a:spAutoFit/>
              </a:bodyPr>
              <a:lstStyle/>
              <a:p>
                <a14:m>
                  <m:oMath xmlns:m="http://schemas.openxmlformats.org/officeDocument/2006/math">
                    <m:sSub>
                      <m:sSubPr>
                        <m:ctrlPr>
                          <a:rPr lang="en-US" sz="1600" b="1" i="1">
                            <a:solidFill>
                              <a:srgbClr val="002E56"/>
                            </a:solidFill>
                            <a:latin typeface="Cambria Math" panose="02040503050406030204" pitchFamily="18" charset="0"/>
                            <a:cs typeface="Times New Roman" panose="02020603050405020304" pitchFamily="18" charset="0"/>
                          </a:rPr>
                        </m:ctrlPr>
                      </m:sSubPr>
                      <m:e>
                        <m:r>
                          <a:rPr lang="en-US" sz="1600" b="1" i="1">
                            <a:solidFill>
                              <a:srgbClr val="002E56"/>
                            </a:solidFill>
                            <a:latin typeface="Cambria Math" panose="02040503050406030204" pitchFamily="18" charset="0"/>
                            <a:ea typeface="Cambria Math" panose="02040503050406030204" pitchFamily="18" charset="0"/>
                            <a:cs typeface="Times New Roman" panose="02020603050405020304" pitchFamily="18" charset="0"/>
                          </a:rPr>
                          <m:t>𝝈</m:t>
                        </m:r>
                      </m:e>
                      <m:sub>
                        <m:r>
                          <a:rPr lang="en-US" sz="1600" b="1" i="1">
                            <a:solidFill>
                              <a:srgbClr val="002E56"/>
                            </a:solidFill>
                            <a:latin typeface="Cambria Math" panose="02040503050406030204" pitchFamily="18" charset="0"/>
                            <a:cs typeface="Times New Roman" panose="02020603050405020304" pitchFamily="18" charset="0"/>
                          </a:rPr>
                          <m:t>𝒆𝒇𝒇</m:t>
                        </m:r>
                      </m:sub>
                    </m:sSub>
                  </m:oMath>
                </a14:m>
                <a:r>
                  <a:rPr lang="en-US" sz="1600" b="1" dirty="0">
                    <a:solidFill>
                      <a:srgbClr val="000000"/>
                    </a:solidFill>
                    <a:latin typeface="Times New Roman" panose="02020603050405020304" pitchFamily="18" charset="0"/>
                    <a:cs typeface="Times New Roman" panose="02020603050405020304" pitchFamily="18" charset="0"/>
                  </a:rPr>
                  <a:t> [S/m]</a:t>
                </a:r>
              </a:p>
            </p:txBody>
          </p:sp>
        </mc:Choice>
        <mc:Fallback xmlns="">
          <p:sp>
            <p:nvSpPr>
              <p:cNvPr id="138" name="Rectangle 137">
                <a:extLst>
                  <a:ext uri="{FF2B5EF4-FFF2-40B4-BE49-F238E27FC236}">
                    <a16:creationId xmlns:a16="http://schemas.microsoft.com/office/drawing/2014/main" id="{FEF891C2-73CE-4250-98F2-192D6AF816C6}"/>
                  </a:ext>
                </a:extLst>
              </p:cNvPr>
              <p:cNvSpPr>
                <a:spLocks noRot="1" noChangeAspect="1" noMove="1" noResize="1" noEditPoints="1" noAdjustHandles="1" noChangeArrowheads="1" noChangeShapeType="1" noTextEdit="1"/>
              </p:cNvSpPr>
              <p:nvPr/>
            </p:nvSpPr>
            <p:spPr>
              <a:xfrm>
                <a:off x="3446705" y="29413875"/>
                <a:ext cx="1106906" cy="361894"/>
              </a:xfrm>
              <a:prstGeom prst="rect">
                <a:avLst/>
              </a:prstGeom>
              <a:blipFill>
                <a:blip r:embed="rId10"/>
                <a:stretch>
                  <a:fillRect t="-5085" r="-549" b="-15254"/>
                </a:stretch>
              </a:blipFill>
            </p:spPr>
            <p:txBody>
              <a:bodyPr/>
              <a:lstStyle/>
              <a:p>
                <a:r>
                  <a:rPr lang="en-US">
                    <a:noFill/>
                  </a:rPr>
                  <a:t> </a:t>
                </a:r>
              </a:p>
            </p:txBody>
          </p:sp>
        </mc:Fallback>
      </mc:AlternateContent>
      <p:graphicFrame>
        <p:nvGraphicFramePr>
          <p:cNvPr id="140" name="Table 139">
            <a:extLst>
              <a:ext uri="{FF2B5EF4-FFF2-40B4-BE49-F238E27FC236}">
                <a16:creationId xmlns:a16="http://schemas.microsoft.com/office/drawing/2014/main" id="{DAC6F03E-B6CC-43E7-AFB1-E1F092CA9EDA}"/>
              </a:ext>
            </a:extLst>
          </p:cNvPr>
          <p:cNvGraphicFramePr>
            <a:graphicFrameLocks noGrp="1"/>
          </p:cNvGraphicFramePr>
          <p:nvPr>
            <p:extLst>
              <p:ext uri="{D42A27DB-BD31-4B8C-83A1-F6EECF244321}">
                <p14:modId xmlns:p14="http://schemas.microsoft.com/office/powerpoint/2010/main" val="3061754669"/>
              </p:ext>
            </p:extLst>
          </p:nvPr>
        </p:nvGraphicFramePr>
        <p:xfrm>
          <a:off x="2933542" y="39752481"/>
          <a:ext cx="9289032" cy="1112520"/>
        </p:xfrm>
        <a:graphic>
          <a:graphicData uri="http://schemas.openxmlformats.org/drawingml/2006/table">
            <a:tbl>
              <a:tblPr firstRow="1" bandRow="1">
                <a:tableStyleId>{5940675A-B579-460E-94D1-54222C63F5DA}</a:tableStyleId>
              </a:tblPr>
              <a:tblGrid>
                <a:gridCol w="3844910">
                  <a:extLst>
                    <a:ext uri="{9D8B030D-6E8A-4147-A177-3AD203B41FA5}">
                      <a16:colId xmlns:a16="http://schemas.microsoft.com/office/drawing/2014/main" val="3423564060"/>
                    </a:ext>
                  </a:extLst>
                </a:gridCol>
                <a:gridCol w="2449854">
                  <a:extLst>
                    <a:ext uri="{9D8B030D-6E8A-4147-A177-3AD203B41FA5}">
                      <a16:colId xmlns:a16="http://schemas.microsoft.com/office/drawing/2014/main" val="553878294"/>
                    </a:ext>
                  </a:extLst>
                </a:gridCol>
                <a:gridCol w="2041533">
                  <a:extLst>
                    <a:ext uri="{9D8B030D-6E8A-4147-A177-3AD203B41FA5}">
                      <a16:colId xmlns:a16="http://schemas.microsoft.com/office/drawing/2014/main" val="711728581"/>
                    </a:ext>
                  </a:extLst>
                </a:gridCol>
                <a:gridCol w="952735">
                  <a:extLst>
                    <a:ext uri="{9D8B030D-6E8A-4147-A177-3AD203B41FA5}">
                      <a16:colId xmlns:a16="http://schemas.microsoft.com/office/drawing/2014/main" val="1025537175"/>
                    </a:ext>
                  </a:extLst>
                </a:gridCol>
              </a:tblGrid>
              <a:tr h="370840">
                <a:tc>
                  <a:txBody>
                    <a:bodyPr/>
                    <a:lstStyle/>
                    <a:p>
                      <a:pPr algn="ctr"/>
                      <a:r>
                        <a:rPr lang="en-US" sz="1600" b="1" dirty="0">
                          <a:latin typeface="Times New Roman" panose="02020603050405020304" pitchFamily="18" charset="0"/>
                          <a:cs typeface="Times New Roman" panose="02020603050405020304" pitchFamily="18" charset="0"/>
                        </a:rPr>
                        <a:t>Properties</a:t>
                      </a:r>
                    </a:p>
                  </a:txBody>
                  <a:tcPr/>
                </a:tc>
                <a:tc>
                  <a:txBody>
                    <a:bodyPr/>
                    <a:lstStyle/>
                    <a:p>
                      <a:pPr algn="ctr"/>
                      <a:r>
                        <a:rPr lang="en-US" sz="1600" b="1" dirty="0">
                          <a:latin typeface="Times New Roman" panose="02020603050405020304" pitchFamily="18" charset="0"/>
                          <a:cs typeface="Times New Roman" panose="02020603050405020304" pitchFamily="18" charset="0"/>
                        </a:rPr>
                        <a:t>Value (simulation)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Value (Catalog)</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Error%</a:t>
                      </a:r>
                    </a:p>
                  </a:txBody>
                  <a:tcPr/>
                </a:tc>
                <a:extLst>
                  <a:ext uri="{0D108BD9-81ED-4DB2-BD59-A6C34878D82A}">
                    <a16:rowId xmlns:a16="http://schemas.microsoft.com/office/drawing/2014/main" val="936536719"/>
                  </a:ext>
                </a:extLst>
              </a:tr>
              <a:tr h="370840">
                <a:tc>
                  <a:txBody>
                    <a:bodyPr/>
                    <a:lstStyle/>
                    <a:p>
                      <a:pPr algn="ctr"/>
                      <a:r>
                        <a:rPr lang="en-US" sz="1600" b="1" dirty="0">
                          <a:latin typeface="Times New Roman" panose="02020603050405020304" pitchFamily="18" charset="0"/>
                          <a:cs typeface="Times New Roman" panose="02020603050405020304" pitchFamily="18" charset="0"/>
                        </a:rPr>
                        <a:t>Permeability [m2]</a:t>
                      </a:r>
                    </a:p>
                  </a:txBody>
                  <a:tcPr/>
                </a:tc>
                <a:tc>
                  <a:txBody>
                    <a:bodyPr/>
                    <a:lstStyle/>
                    <a:p>
                      <a:pPr algn="ctr"/>
                      <a:r>
                        <a:rPr lang="en-US" sz="1600" b="1" dirty="0">
                          <a:latin typeface="Times New Roman" panose="02020603050405020304" pitchFamily="18" charset="0"/>
                          <a:cs typeface="Times New Roman" panose="02020603050405020304" pitchFamily="18" charset="0"/>
                        </a:rPr>
                        <a:t>1.648e-9</a:t>
                      </a:r>
                    </a:p>
                  </a:txBody>
                  <a:tcPr/>
                </a:tc>
                <a:tc>
                  <a:txBody>
                    <a:bodyPr/>
                    <a:lstStyle/>
                    <a:p>
                      <a:pPr algn="ctr"/>
                      <a:r>
                        <a:rPr lang="en-US" sz="1600" b="1" dirty="0">
                          <a:latin typeface="Times New Roman" panose="02020603050405020304" pitchFamily="18" charset="0"/>
                          <a:cs typeface="Times New Roman" panose="02020603050405020304" pitchFamily="18" charset="0"/>
                        </a:rPr>
                        <a:t>-</a:t>
                      </a:r>
                    </a:p>
                  </a:txBody>
                  <a:tcPr/>
                </a:tc>
                <a:tc>
                  <a:txBody>
                    <a:bodyPr/>
                    <a:lstStyle/>
                    <a:p>
                      <a:pPr algn="ctr"/>
                      <a:r>
                        <a:rPr lang="en-US" sz="1600" b="1"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561597285"/>
                  </a:ext>
                </a:extLst>
              </a:tr>
              <a:tr h="370840">
                <a:tc>
                  <a:txBody>
                    <a:bodyPr/>
                    <a:lstStyle/>
                    <a:p>
                      <a:pPr algn="ctr"/>
                      <a:r>
                        <a:rPr lang="en-US" sz="1600" b="1" dirty="0">
                          <a:latin typeface="Times New Roman" panose="02020603050405020304" pitchFamily="18" charset="0"/>
                          <a:cs typeface="Times New Roman" panose="02020603050405020304" pitchFamily="18" charset="0"/>
                        </a:rPr>
                        <a:t>Specific geometrical</a:t>
                      </a:r>
                      <a:r>
                        <a:rPr lang="en-US" sz="1600" b="1" baseline="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active area [1/m]</a:t>
                      </a:r>
                    </a:p>
                  </a:txBody>
                  <a:tcPr/>
                </a:tc>
                <a:tc>
                  <a:txBody>
                    <a:bodyPr/>
                    <a:lstStyle/>
                    <a:p>
                      <a:pPr algn="ctr"/>
                      <a:r>
                        <a:rPr lang="en-US" sz="1600" b="1" dirty="0">
                          <a:latin typeface="Times New Roman" panose="02020603050405020304" pitchFamily="18" charset="0"/>
                          <a:cs typeface="Times New Roman" panose="02020603050405020304" pitchFamily="18" charset="0"/>
                        </a:rPr>
                        <a:t>5227.6</a:t>
                      </a:r>
                    </a:p>
                  </a:txBody>
                  <a:tcPr/>
                </a:tc>
                <a:tc>
                  <a:txBody>
                    <a:bodyPr/>
                    <a:lstStyle/>
                    <a:p>
                      <a:pPr algn="ctr"/>
                      <a:r>
                        <a:rPr lang="en-US" sz="1600" b="1" dirty="0">
                          <a:latin typeface="Times New Roman" panose="02020603050405020304" pitchFamily="18" charset="0"/>
                          <a:cs typeface="Times New Roman" panose="02020603050405020304" pitchFamily="18" charset="0"/>
                        </a:rPr>
                        <a:t>5400</a:t>
                      </a:r>
                    </a:p>
                  </a:txBody>
                  <a:tcPr/>
                </a:tc>
                <a:tc>
                  <a:txBody>
                    <a:bodyPr/>
                    <a:lstStyle/>
                    <a:p>
                      <a:pPr algn="ctr"/>
                      <a:r>
                        <a:rPr lang="en-US" sz="1600" b="1" dirty="0">
                          <a:latin typeface="Times New Roman" panose="02020603050405020304" pitchFamily="18" charset="0"/>
                          <a:cs typeface="Times New Roman" panose="02020603050405020304" pitchFamily="18" charset="0"/>
                        </a:rPr>
                        <a:t>3.29</a:t>
                      </a:r>
                    </a:p>
                  </a:txBody>
                  <a:tcPr/>
                </a:tc>
                <a:extLst>
                  <a:ext uri="{0D108BD9-81ED-4DB2-BD59-A6C34878D82A}">
                    <a16:rowId xmlns:a16="http://schemas.microsoft.com/office/drawing/2014/main" val="1090194427"/>
                  </a:ext>
                </a:extLst>
              </a:tr>
            </a:tbl>
          </a:graphicData>
        </a:graphic>
      </p:graphicFrame>
      <p:sp>
        <p:nvSpPr>
          <p:cNvPr id="142" name="Content Placeholder 38">
            <a:extLst>
              <a:ext uri="{FF2B5EF4-FFF2-40B4-BE49-F238E27FC236}">
                <a16:creationId xmlns:a16="http://schemas.microsoft.com/office/drawing/2014/main" id="{BAAD004A-7C4E-40AE-BCCB-9D364636C41B}"/>
              </a:ext>
            </a:extLst>
          </p:cNvPr>
          <p:cNvSpPr txBox="1">
            <a:spLocks/>
          </p:cNvSpPr>
          <p:nvPr/>
        </p:nvSpPr>
        <p:spPr>
          <a:xfrm>
            <a:off x="15948583" y="34513139"/>
            <a:ext cx="12296940" cy="4134230"/>
          </a:xfrm>
          <a:prstGeom prst="rect">
            <a:avLst/>
          </a:prstGeom>
          <a:solidFill>
            <a:schemeClr val="bg1"/>
          </a:solidFill>
        </p:spPr>
        <p:txBody>
          <a:bodyPr vert="horz" lIns="810000" tIns="720000" rIns="810000" bIns="720000" rtlCol="0">
            <a:normAutofit/>
          </a:bodyPr>
          <a:lstStyle>
            <a:lvl1pPr marL="546834" indent="-546834" algn="l" defTabSz="2187336" rtl="0" eaLnBrk="1" latinLnBrk="0" hangingPunct="1">
              <a:lnSpc>
                <a:spcPct val="90000"/>
              </a:lnSpc>
              <a:spcBef>
                <a:spcPts val="2392"/>
              </a:spcBef>
              <a:buFont typeface="Arial" panose="020B0604020202020204" pitchFamily="34" charset="0"/>
              <a:buChar char="•"/>
              <a:defRPr lang="en-US" sz="6000" kern="1200" smtClean="0">
                <a:solidFill>
                  <a:schemeClr val="tx1"/>
                </a:solidFill>
                <a:latin typeface="+mn-lt"/>
                <a:ea typeface="+mn-ea"/>
                <a:cs typeface="+mn-cs"/>
              </a:defRPr>
            </a:lvl1pPr>
            <a:lvl2pPr marL="542925" indent="-542925" algn="l" defTabSz="2187336" rtl="0" eaLnBrk="1" latinLnBrk="0" hangingPunct="1">
              <a:lnSpc>
                <a:spcPct val="90000"/>
              </a:lnSpc>
              <a:spcBef>
                <a:spcPts val="1196"/>
              </a:spcBef>
              <a:buFont typeface="Wingdings" panose="05000000000000000000" pitchFamily="2" charset="2"/>
              <a:buChar char="§"/>
              <a:defRPr lang="en-US" sz="5400" kern="1200" smtClean="0">
                <a:solidFill>
                  <a:schemeClr val="tx1"/>
                </a:solidFill>
                <a:latin typeface="+mn-lt"/>
                <a:ea typeface="+mn-ea"/>
                <a:cs typeface="+mn-cs"/>
              </a:defRPr>
            </a:lvl2pPr>
            <a:lvl3pPr marL="1076325" indent="-533400" algn="l" defTabSz="2187336" rtl="0" eaLnBrk="1" latinLnBrk="0" hangingPunct="1">
              <a:lnSpc>
                <a:spcPct val="90000"/>
              </a:lnSpc>
              <a:spcBef>
                <a:spcPts val="1196"/>
              </a:spcBef>
              <a:buFont typeface="Wingdings" panose="05000000000000000000" pitchFamily="2" charset="2"/>
              <a:buChar char="§"/>
              <a:defRPr lang="en-US" sz="5400" kern="1200" smtClean="0">
                <a:solidFill>
                  <a:schemeClr val="tx1"/>
                </a:solidFill>
                <a:latin typeface="+mn-lt"/>
                <a:ea typeface="+mn-ea"/>
                <a:cs typeface="+mn-cs"/>
              </a:defRPr>
            </a:lvl3pPr>
            <a:lvl4pPr marL="1619250" indent="-542925" algn="l" defTabSz="2187336" rtl="0" eaLnBrk="1" latinLnBrk="0" hangingPunct="1">
              <a:lnSpc>
                <a:spcPct val="90000"/>
              </a:lnSpc>
              <a:spcBef>
                <a:spcPts val="1196"/>
              </a:spcBef>
              <a:buFont typeface="Wingdings" panose="05000000000000000000" pitchFamily="2" charset="2"/>
              <a:buChar char="§"/>
              <a:defRPr lang="en-US" sz="5400" kern="1200" smtClean="0">
                <a:solidFill>
                  <a:schemeClr val="tx1"/>
                </a:solidFill>
                <a:latin typeface="+mn-lt"/>
                <a:ea typeface="+mn-ea"/>
                <a:cs typeface="+mn-cs"/>
              </a:defRPr>
            </a:lvl4pPr>
            <a:lvl5pPr marL="2152650" indent="-533400" algn="l" defTabSz="2187336" rtl="0" eaLnBrk="1" latinLnBrk="0" hangingPunct="1">
              <a:lnSpc>
                <a:spcPct val="90000"/>
              </a:lnSpc>
              <a:spcBef>
                <a:spcPts val="1196"/>
              </a:spcBef>
              <a:buFont typeface="Wingdings" panose="05000000000000000000" pitchFamily="2" charset="2"/>
              <a:buChar char="§"/>
              <a:defRPr lang="en-US" sz="5400" kern="1200" dirty="0">
                <a:solidFill>
                  <a:schemeClr val="tx1"/>
                </a:solidFill>
                <a:latin typeface="+mn-lt"/>
                <a:ea typeface="+mn-ea"/>
                <a:cs typeface="+mn-cs"/>
              </a:defRPr>
            </a:lvl5pPr>
            <a:lvl6pPr marL="6015175" indent="-546834" algn="l" defTabSz="2187336" rtl="0" eaLnBrk="1" latinLnBrk="0" hangingPunct="1">
              <a:lnSpc>
                <a:spcPct val="90000"/>
              </a:lnSpc>
              <a:spcBef>
                <a:spcPts val="1196"/>
              </a:spcBef>
              <a:buFont typeface="Arial" panose="020B0604020202020204" pitchFamily="34" charset="0"/>
              <a:buChar char="•"/>
              <a:defRPr sz="4306" kern="1200">
                <a:solidFill>
                  <a:schemeClr val="tx1"/>
                </a:solidFill>
                <a:latin typeface="+mn-lt"/>
                <a:ea typeface="+mn-ea"/>
                <a:cs typeface="+mn-cs"/>
              </a:defRPr>
            </a:lvl6pPr>
            <a:lvl7pPr marL="7108843" indent="-546834" algn="l" defTabSz="2187336" rtl="0" eaLnBrk="1" latinLnBrk="0" hangingPunct="1">
              <a:lnSpc>
                <a:spcPct val="90000"/>
              </a:lnSpc>
              <a:spcBef>
                <a:spcPts val="1196"/>
              </a:spcBef>
              <a:buFont typeface="Arial" panose="020B0604020202020204" pitchFamily="34" charset="0"/>
              <a:buChar char="•"/>
              <a:defRPr sz="4306" kern="1200">
                <a:solidFill>
                  <a:schemeClr val="tx1"/>
                </a:solidFill>
                <a:latin typeface="+mn-lt"/>
                <a:ea typeface="+mn-ea"/>
                <a:cs typeface="+mn-cs"/>
              </a:defRPr>
            </a:lvl7pPr>
            <a:lvl8pPr marL="8202511" indent="-546834" algn="l" defTabSz="2187336" rtl="0" eaLnBrk="1" latinLnBrk="0" hangingPunct="1">
              <a:lnSpc>
                <a:spcPct val="90000"/>
              </a:lnSpc>
              <a:spcBef>
                <a:spcPts val="1196"/>
              </a:spcBef>
              <a:buFont typeface="Arial" panose="020B0604020202020204" pitchFamily="34" charset="0"/>
              <a:buChar char="•"/>
              <a:defRPr sz="4306" kern="1200">
                <a:solidFill>
                  <a:schemeClr val="tx1"/>
                </a:solidFill>
                <a:latin typeface="+mn-lt"/>
                <a:ea typeface="+mn-ea"/>
                <a:cs typeface="+mn-cs"/>
              </a:defRPr>
            </a:lvl8pPr>
            <a:lvl9pPr marL="9296179" indent="-546834" algn="l" defTabSz="2187336" rtl="0" eaLnBrk="1" latinLnBrk="0" hangingPunct="1">
              <a:lnSpc>
                <a:spcPct val="90000"/>
              </a:lnSpc>
              <a:spcBef>
                <a:spcPts val="1196"/>
              </a:spcBef>
              <a:buFont typeface="Arial" panose="020B0604020202020204" pitchFamily="34" charset="0"/>
              <a:buChar char="•"/>
              <a:defRPr sz="4306" kern="1200">
                <a:solidFill>
                  <a:schemeClr val="tx1"/>
                </a:solidFill>
                <a:latin typeface="+mn-lt"/>
                <a:ea typeface="+mn-ea"/>
                <a:cs typeface="+mn-cs"/>
              </a:defRPr>
            </a:lvl9pPr>
          </a:lstStyle>
          <a:p>
            <a:r>
              <a:rPr lang="en-US" sz="3200" b="1" dirty="0">
                <a:latin typeface="Times New Roman" panose="02020603050405020304" pitchFamily="18" charset="0"/>
                <a:cs typeface="Times New Roman" panose="02020603050405020304" pitchFamily="18" charset="0"/>
              </a:rPr>
              <a:t>References</a:t>
            </a:r>
          </a:p>
          <a:p>
            <a:pPr marL="0" indent="0">
              <a:buNone/>
            </a:pPr>
            <a:r>
              <a:rPr lang="en-US" sz="2400" b="1" dirty="0">
                <a:solidFill>
                  <a:srgbClr val="00B0F0"/>
                </a:solidFill>
                <a:latin typeface="Times New Roman" panose="02020603050405020304" pitchFamily="18" charset="0"/>
                <a:cs typeface="Times New Roman" panose="02020603050405020304" pitchFamily="18" charset="0"/>
              </a:rPr>
              <a:t>[1]</a:t>
            </a:r>
            <a:r>
              <a:rPr lang="en-US" sz="2400" b="1" dirty="0">
                <a:latin typeface="Times New Roman" panose="02020603050405020304" pitchFamily="18" charset="0"/>
                <a:cs typeface="Times New Roman" panose="02020603050405020304" pitchFamily="18" charset="0"/>
              </a:rPr>
              <a:t> J. W. Blake, J. T. Padding and J. W. Haverkort, J. Electrochim. Acta, 2021, 393, (2021) 138987</a:t>
            </a:r>
          </a:p>
          <a:p>
            <a:pPr marL="0" indent="0">
              <a:buNone/>
            </a:pPr>
            <a:r>
              <a:rPr lang="en-US" sz="2400" b="1" dirty="0">
                <a:solidFill>
                  <a:srgbClr val="00B0F0"/>
                </a:solidFill>
                <a:latin typeface="Times New Roman" panose="02020603050405020304" pitchFamily="18" charset="0"/>
                <a:cs typeface="Times New Roman" panose="02020603050405020304" pitchFamily="18" charset="0"/>
              </a:rPr>
              <a:t>[2]</a:t>
            </a:r>
            <a:r>
              <a:rPr lang="en-US" sz="2400" b="1" dirty="0">
                <a:latin typeface="Times New Roman" panose="02020603050405020304" pitchFamily="18" charset="0"/>
                <a:cs typeface="Times New Roman" panose="02020603050405020304" pitchFamily="18" charset="0"/>
              </a:rPr>
              <a:t> B. J. M. Etzold, U. Krewer, S. Thiele, A. Dreizler, E. Klemm and T. Turek, J. Chem. Eng., 424 (2021), 130501</a:t>
            </a:r>
          </a:p>
        </p:txBody>
      </p:sp>
      <p:sp>
        <p:nvSpPr>
          <p:cNvPr id="143" name="Rectangle 142">
            <a:extLst>
              <a:ext uri="{FF2B5EF4-FFF2-40B4-BE49-F238E27FC236}">
                <a16:creationId xmlns:a16="http://schemas.microsoft.com/office/drawing/2014/main" id="{A5ACBEEA-39FF-4761-A8E5-12707FC01698}"/>
              </a:ext>
            </a:extLst>
          </p:cNvPr>
          <p:cNvSpPr/>
          <p:nvPr/>
        </p:nvSpPr>
        <p:spPr>
          <a:xfrm>
            <a:off x="14271250" y="25724526"/>
            <a:ext cx="14579600" cy="707886"/>
          </a:xfrm>
          <a:prstGeom prst="rect">
            <a:avLst/>
          </a:prstGeom>
        </p:spPr>
        <p:txBody>
          <a:bodyPr>
            <a:spAutoFit/>
          </a:bodyPr>
          <a:lstStyle/>
          <a:p>
            <a:pPr algn="ctr"/>
            <a:r>
              <a:rPr lang="en-US" sz="2000" b="1" dirty="0">
                <a:solidFill>
                  <a:srgbClr val="00B0F0"/>
                </a:solidFill>
                <a:latin typeface="Times New Roman" panose="02020603050405020304" pitchFamily="18" charset="0"/>
                <a:cs typeface="Times New Roman" panose="02020603050405020304" pitchFamily="18" charset="0"/>
              </a:rPr>
              <a:t>Figure 3. (a) </a:t>
            </a:r>
            <a:r>
              <a:rPr lang="en-US" sz="2000" b="1" dirty="0">
                <a:latin typeface="Times New Roman" panose="02020603050405020304" pitchFamily="18" charset="0"/>
                <a:cs typeface="Times New Roman" panose="02020603050405020304" pitchFamily="18" charset="0"/>
              </a:rPr>
              <a:t>3D cell of microstructures, </a:t>
            </a:r>
            <a:r>
              <a:rPr lang="en-US" sz="2000" b="1" dirty="0">
                <a:solidFill>
                  <a:srgbClr val="00B0F0"/>
                </a:solidFill>
                <a:latin typeface="Times New Roman" panose="02020603050405020304" pitchFamily="18" charset="0"/>
                <a:cs typeface="Times New Roman" panose="02020603050405020304" pitchFamily="18" charset="0"/>
              </a:rPr>
              <a:t>(b)</a:t>
            </a:r>
            <a:r>
              <a:rPr lang="en-US" sz="2000" b="1" dirty="0">
                <a:latin typeface="Times New Roman" panose="02020603050405020304" pitchFamily="18" charset="0"/>
                <a:cs typeface="Times New Roman" panose="02020603050405020304" pitchFamily="18" charset="0"/>
              </a:rPr>
              <a:t> contour of velocity and streamlines, and</a:t>
            </a:r>
          </a:p>
          <a:p>
            <a:pPr algn="ctr"/>
            <a:r>
              <a:rPr lang="en-US" sz="2000" b="1" dirty="0">
                <a:latin typeface="Times New Roman" panose="02020603050405020304" pitchFamily="18" charset="0"/>
                <a:cs typeface="Times New Roman" panose="02020603050405020304" pitchFamily="18" charset="0"/>
              </a:rPr>
              <a:t> </a:t>
            </a:r>
            <a:r>
              <a:rPr lang="en-US" sz="2000" b="1" dirty="0">
                <a:solidFill>
                  <a:srgbClr val="00B0F0"/>
                </a:solidFill>
                <a:latin typeface="Times New Roman" panose="02020603050405020304" pitchFamily="18" charset="0"/>
                <a:cs typeface="Times New Roman" panose="02020603050405020304" pitchFamily="18" charset="0"/>
              </a:rPr>
              <a:t>(c)</a:t>
            </a:r>
            <a:r>
              <a:rPr lang="en-US" sz="2000" b="1" dirty="0">
                <a:latin typeface="Times New Roman" panose="02020603050405020304" pitchFamily="18" charset="0"/>
                <a:cs typeface="Times New Roman" panose="02020603050405020304" pitchFamily="18" charset="0"/>
              </a:rPr>
              <a:t> contour of electrical current inside the models</a:t>
            </a:r>
          </a:p>
        </p:txBody>
      </p:sp>
      <p:sp>
        <p:nvSpPr>
          <p:cNvPr id="144" name="Rectangle 143">
            <a:extLst>
              <a:ext uri="{FF2B5EF4-FFF2-40B4-BE49-F238E27FC236}">
                <a16:creationId xmlns:a16="http://schemas.microsoft.com/office/drawing/2014/main" id="{E30688E3-8BC8-4780-B6AE-DE20C3D959BF}"/>
              </a:ext>
            </a:extLst>
          </p:cNvPr>
          <p:cNvSpPr/>
          <p:nvPr/>
        </p:nvSpPr>
        <p:spPr>
          <a:xfrm>
            <a:off x="-16639" y="28335609"/>
            <a:ext cx="14579600" cy="369332"/>
          </a:xfrm>
          <a:prstGeom prst="rect">
            <a:avLst/>
          </a:prstGeom>
        </p:spPr>
        <p:txBody>
          <a:bodyPr>
            <a:spAutoFit/>
          </a:bodyPr>
          <a:lstStyle/>
          <a:p>
            <a:pPr algn="ctr"/>
            <a:r>
              <a:rPr lang="en-US" b="1" dirty="0">
                <a:solidFill>
                  <a:srgbClr val="00B0F0"/>
                </a:solidFill>
                <a:latin typeface="Times New Roman" panose="02020603050405020304" pitchFamily="18" charset="0"/>
                <a:cs typeface="Times New Roman" panose="02020603050405020304" pitchFamily="18" charset="0"/>
              </a:rPr>
              <a:t>Figure 1. (a) </a:t>
            </a:r>
            <a:r>
              <a:rPr lang="en-US" b="1" dirty="0">
                <a:latin typeface="Times New Roman" panose="02020603050405020304" pitchFamily="18" charset="0"/>
                <a:cs typeface="Times New Roman" panose="02020603050405020304" pitchFamily="18" charset="0"/>
              </a:rPr>
              <a:t>3D numerical model (electrical) of Nickel foam with boundary conditions, </a:t>
            </a:r>
            <a:r>
              <a:rPr lang="en-US" b="1" dirty="0">
                <a:solidFill>
                  <a:srgbClr val="00B0F0"/>
                </a:solidFill>
                <a:latin typeface="Times New Roman" panose="02020603050405020304" pitchFamily="18" charset="0"/>
                <a:cs typeface="Times New Roman" panose="02020603050405020304" pitchFamily="18" charset="0"/>
              </a:rPr>
              <a:t>(b)</a:t>
            </a:r>
            <a:r>
              <a:rPr lang="en-US" b="1" dirty="0">
                <a:latin typeface="Times New Roman" panose="02020603050405020304" pitchFamily="18" charset="0"/>
                <a:cs typeface="Times New Roman" panose="02020603050405020304" pitchFamily="18" charset="0"/>
              </a:rPr>
              <a:t> contour of current density</a:t>
            </a:r>
          </a:p>
        </p:txBody>
      </p:sp>
      <p:sp>
        <p:nvSpPr>
          <p:cNvPr id="145" name="Rectangle 144">
            <a:extLst>
              <a:ext uri="{FF2B5EF4-FFF2-40B4-BE49-F238E27FC236}">
                <a16:creationId xmlns:a16="http://schemas.microsoft.com/office/drawing/2014/main" id="{1B40FFD4-5C5D-40F6-99E0-91657EA1425B}"/>
              </a:ext>
            </a:extLst>
          </p:cNvPr>
          <p:cNvSpPr/>
          <p:nvPr/>
        </p:nvSpPr>
        <p:spPr>
          <a:xfrm>
            <a:off x="311707" y="38983501"/>
            <a:ext cx="14579600" cy="369332"/>
          </a:xfrm>
          <a:prstGeom prst="rect">
            <a:avLst/>
          </a:prstGeom>
        </p:spPr>
        <p:txBody>
          <a:bodyPr>
            <a:spAutoFit/>
          </a:bodyPr>
          <a:lstStyle/>
          <a:p>
            <a:pPr algn="ctr"/>
            <a:r>
              <a:rPr lang="en-US" b="1" dirty="0">
                <a:solidFill>
                  <a:srgbClr val="00B0F0"/>
                </a:solidFill>
                <a:latin typeface="Times New Roman" panose="02020603050405020304" pitchFamily="18" charset="0"/>
                <a:cs typeface="Times New Roman" panose="02020603050405020304" pitchFamily="18" charset="0"/>
              </a:rPr>
              <a:t>Figure 2. (a) </a:t>
            </a:r>
            <a:r>
              <a:rPr lang="en-US" b="1" dirty="0">
                <a:latin typeface="Times New Roman" panose="02020603050405020304" pitchFamily="18" charset="0"/>
                <a:cs typeface="Times New Roman" panose="02020603050405020304" pitchFamily="18" charset="0"/>
              </a:rPr>
              <a:t>3D numerical model (Fluid dynamic) of Nickel foam with boundary conditions, </a:t>
            </a:r>
            <a:r>
              <a:rPr lang="en-US" b="1" dirty="0">
                <a:solidFill>
                  <a:srgbClr val="00B0F0"/>
                </a:solidFill>
                <a:latin typeface="Times New Roman" panose="02020603050405020304" pitchFamily="18" charset="0"/>
                <a:cs typeface="Times New Roman" panose="02020603050405020304" pitchFamily="18" charset="0"/>
              </a:rPr>
              <a:t>(b)</a:t>
            </a:r>
            <a:r>
              <a:rPr lang="en-US" b="1" dirty="0">
                <a:latin typeface="Times New Roman" panose="02020603050405020304" pitchFamily="18" charset="0"/>
                <a:cs typeface="Times New Roman" panose="02020603050405020304" pitchFamily="18" charset="0"/>
              </a:rPr>
              <a:t> streamlines of fluid flow</a:t>
            </a:r>
          </a:p>
        </p:txBody>
      </p:sp>
      <p:grpSp>
        <p:nvGrpSpPr>
          <p:cNvPr id="9" name="Group 8">
            <a:extLst>
              <a:ext uri="{FF2B5EF4-FFF2-40B4-BE49-F238E27FC236}">
                <a16:creationId xmlns:a16="http://schemas.microsoft.com/office/drawing/2014/main" id="{6C3955A3-1018-4C44-9F64-F037DC8B102E}"/>
              </a:ext>
            </a:extLst>
          </p:cNvPr>
          <p:cNvGrpSpPr/>
          <p:nvPr/>
        </p:nvGrpSpPr>
        <p:grpSpPr>
          <a:xfrm rot="10800000">
            <a:off x="13388065" y="6152833"/>
            <a:ext cx="2432724" cy="34707856"/>
            <a:chOff x="35407841" y="6733209"/>
            <a:chExt cx="2432724" cy="34707856"/>
          </a:xfrm>
        </p:grpSpPr>
        <p:sp>
          <p:nvSpPr>
            <p:cNvPr id="2" name="Arrow: Notched Right 1">
              <a:extLst>
                <a:ext uri="{FF2B5EF4-FFF2-40B4-BE49-F238E27FC236}">
                  <a16:creationId xmlns:a16="http://schemas.microsoft.com/office/drawing/2014/main" id="{9445E397-9BC7-4CA5-9DF7-0E1B49590250}"/>
                </a:ext>
              </a:extLst>
            </p:cNvPr>
            <p:cNvSpPr/>
            <p:nvPr/>
          </p:nvSpPr>
          <p:spPr>
            <a:xfrm rot="16200000">
              <a:off x="34382337" y="33403715"/>
              <a:ext cx="4467877" cy="2389799"/>
            </a:xfrm>
            <a:prstGeom prst="notchedRight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200" b="1" dirty="0">
                  <a:solidFill>
                    <a:schemeClr val="tx1"/>
                  </a:solidFill>
                  <a:latin typeface="Times New Roman" panose="02020603050405020304" pitchFamily="18" charset="0"/>
                  <a:cs typeface="Times New Roman" panose="02020603050405020304" pitchFamily="18" charset="0"/>
                </a:rPr>
                <a:t>Exportation of models to Comsol</a:t>
              </a:r>
            </a:p>
          </p:txBody>
        </p:sp>
        <p:sp>
          <p:nvSpPr>
            <p:cNvPr id="100" name="Arrow: Notched Right 99">
              <a:extLst>
                <a:ext uri="{FF2B5EF4-FFF2-40B4-BE49-F238E27FC236}">
                  <a16:creationId xmlns:a16="http://schemas.microsoft.com/office/drawing/2014/main" id="{5966C4A2-D116-4B1C-B7F3-312ED9277E16}"/>
                </a:ext>
              </a:extLst>
            </p:cNvPr>
            <p:cNvSpPr/>
            <p:nvPr/>
          </p:nvSpPr>
          <p:spPr>
            <a:xfrm rot="16200000">
              <a:off x="34368802" y="38012227"/>
              <a:ext cx="4467877" cy="2389799"/>
            </a:xfrm>
            <a:prstGeom prst="notched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200" b="1" dirty="0">
                  <a:solidFill>
                    <a:schemeClr val="tx1"/>
                  </a:solidFill>
                  <a:latin typeface="Times New Roman" panose="02020603050405020304" pitchFamily="18" charset="0"/>
                  <a:cs typeface="Times New Roman" panose="02020603050405020304" pitchFamily="18" charset="0"/>
                </a:rPr>
                <a:t>Generation of 3D microstructures</a:t>
              </a:r>
            </a:p>
          </p:txBody>
        </p:sp>
        <p:sp>
          <p:nvSpPr>
            <p:cNvPr id="101" name="Arrow: Notched Right 100">
              <a:extLst>
                <a:ext uri="{FF2B5EF4-FFF2-40B4-BE49-F238E27FC236}">
                  <a16:creationId xmlns:a16="http://schemas.microsoft.com/office/drawing/2014/main" id="{A6C95A82-DDCD-47B0-B9C5-AD40FC1A8337}"/>
                </a:ext>
              </a:extLst>
            </p:cNvPr>
            <p:cNvSpPr/>
            <p:nvPr/>
          </p:nvSpPr>
          <p:spPr>
            <a:xfrm rot="16200000">
              <a:off x="34382337" y="28795203"/>
              <a:ext cx="4467877" cy="2389799"/>
            </a:xfrm>
            <a:prstGeom prst="notchedRightArrow">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200" b="1" dirty="0">
                  <a:solidFill>
                    <a:schemeClr val="tx1"/>
                  </a:solidFill>
                  <a:latin typeface="Times New Roman" panose="02020603050405020304" pitchFamily="18" charset="0"/>
                  <a:cs typeface="Times New Roman" panose="02020603050405020304" pitchFamily="18" charset="0"/>
                </a:rPr>
                <a:t>Meshing of models</a:t>
              </a:r>
            </a:p>
          </p:txBody>
        </p:sp>
        <p:sp>
          <p:nvSpPr>
            <p:cNvPr id="104" name="Arrow: Notched Right 103">
              <a:extLst>
                <a:ext uri="{FF2B5EF4-FFF2-40B4-BE49-F238E27FC236}">
                  <a16:creationId xmlns:a16="http://schemas.microsoft.com/office/drawing/2014/main" id="{C22A2367-BDA9-49FA-96A0-C97AEFD944A9}"/>
                </a:ext>
              </a:extLst>
            </p:cNvPr>
            <p:cNvSpPr/>
            <p:nvPr/>
          </p:nvSpPr>
          <p:spPr>
            <a:xfrm rot="16200000">
              <a:off x="34089586" y="13270912"/>
              <a:ext cx="5096051" cy="2389799"/>
            </a:xfrm>
            <a:prstGeom prst="notched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200" b="1" dirty="0">
                  <a:solidFill>
                    <a:schemeClr val="tx1"/>
                  </a:solidFill>
                  <a:latin typeface="Times New Roman" panose="02020603050405020304" pitchFamily="18" charset="0"/>
                  <a:cs typeface="Times New Roman" panose="02020603050405020304" pitchFamily="18" charset="0"/>
                </a:rPr>
                <a:t>Applications of boundary conditions</a:t>
              </a:r>
            </a:p>
          </p:txBody>
        </p:sp>
        <p:sp>
          <p:nvSpPr>
            <p:cNvPr id="112" name="Arrow: Notched Right 111">
              <a:extLst>
                <a:ext uri="{FF2B5EF4-FFF2-40B4-BE49-F238E27FC236}">
                  <a16:creationId xmlns:a16="http://schemas.microsoft.com/office/drawing/2014/main" id="{256E77B8-1FF4-45E0-93F6-F39B669E5924}"/>
                </a:ext>
              </a:extLst>
            </p:cNvPr>
            <p:cNvSpPr/>
            <p:nvPr/>
          </p:nvSpPr>
          <p:spPr>
            <a:xfrm rot="16200000">
              <a:off x="34097640" y="8086335"/>
              <a:ext cx="5096051" cy="2389799"/>
            </a:xfrm>
            <a:prstGeom prst="notched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200" b="1" dirty="0">
                  <a:solidFill>
                    <a:schemeClr val="tx1"/>
                  </a:solidFill>
                  <a:latin typeface="Times New Roman" panose="02020603050405020304" pitchFamily="18" charset="0"/>
                  <a:cs typeface="Times New Roman" panose="02020603050405020304" pitchFamily="18" charset="0"/>
                </a:rPr>
                <a:t>Computing effective properties</a:t>
              </a:r>
            </a:p>
          </p:txBody>
        </p:sp>
        <p:sp>
          <p:nvSpPr>
            <p:cNvPr id="113" name="Arrow: Notched Right 112">
              <a:extLst>
                <a:ext uri="{FF2B5EF4-FFF2-40B4-BE49-F238E27FC236}">
                  <a16:creationId xmlns:a16="http://schemas.microsoft.com/office/drawing/2014/main" id="{C3DD154E-93DE-4008-B1F7-236F8D6972BB}"/>
                </a:ext>
              </a:extLst>
            </p:cNvPr>
            <p:cNvSpPr/>
            <p:nvPr/>
          </p:nvSpPr>
          <p:spPr>
            <a:xfrm rot="16200000">
              <a:off x="34074514" y="23856088"/>
              <a:ext cx="5096051" cy="2389799"/>
            </a:xfrm>
            <a:prstGeom prst="notchedRight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200" b="1" dirty="0">
                  <a:solidFill>
                    <a:schemeClr val="tx1"/>
                  </a:solidFill>
                  <a:latin typeface="Times New Roman" panose="02020603050405020304" pitchFamily="18" charset="0"/>
                  <a:cs typeface="Times New Roman" panose="02020603050405020304" pitchFamily="18" charset="0"/>
                </a:rPr>
                <a:t>Add physics</a:t>
              </a:r>
            </a:p>
            <a:p>
              <a:pPr algn="ctr">
                <a:spcBef>
                  <a:spcPts val="600"/>
                </a:spcBef>
              </a:pPr>
              <a:r>
                <a:rPr lang="en-US" sz="3200" b="1" dirty="0">
                  <a:solidFill>
                    <a:schemeClr val="tx1"/>
                  </a:solidFill>
                  <a:latin typeface="Times New Roman" panose="02020603050405020304" pitchFamily="18" charset="0"/>
                  <a:cs typeface="Times New Roman" panose="02020603050405020304" pitchFamily="18" charset="0"/>
                </a:rPr>
                <a:t>(electrical current)</a:t>
              </a:r>
            </a:p>
          </p:txBody>
        </p:sp>
        <p:sp>
          <p:nvSpPr>
            <p:cNvPr id="114" name="Arrow: Notched Right 113">
              <a:extLst>
                <a:ext uri="{FF2B5EF4-FFF2-40B4-BE49-F238E27FC236}">
                  <a16:creationId xmlns:a16="http://schemas.microsoft.com/office/drawing/2014/main" id="{45BD66AF-967E-4505-A9CE-6511DBCCBCAD}"/>
                </a:ext>
              </a:extLst>
            </p:cNvPr>
            <p:cNvSpPr/>
            <p:nvPr/>
          </p:nvSpPr>
          <p:spPr>
            <a:xfrm rot="16200000">
              <a:off x="34085181" y="18527495"/>
              <a:ext cx="5096051" cy="2389799"/>
            </a:xfrm>
            <a:prstGeom prst="notchedRight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200" b="1" dirty="0">
                  <a:solidFill>
                    <a:schemeClr val="tx1"/>
                  </a:solidFill>
                  <a:latin typeface="Times New Roman" panose="02020603050405020304" pitchFamily="18" charset="0"/>
                  <a:cs typeface="Times New Roman" panose="02020603050405020304" pitchFamily="18" charset="0"/>
                </a:rPr>
                <a:t>Add physics</a:t>
              </a:r>
            </a:p>
            <a:p>
              <a:pPr algn="ctr">
                <a:spcBef>
                  <a:spcPts val="600"/>
                </a:spcBef>
              </a:pPr>
              <a:r>
                <a:rPr lang="en-US" sz="3200" b="1" dirty="0">
                  <a:solidFill>
                    <a:schemeClr val="tx1"/>
                  </a:solidFill>
                  <a:latin typeface="Times New Roman" panose="02020603050405020304" pitchFamily="18" charset="0"/>
                  <a:cs typeface="Times New Roman" panose="02020603050405020304" pitchFamily="18" charset="0"/>
                </a:rPr>
                <a:t>(Fluid dynamics)</a:t>
              </a:r>
            </a:p>
          </p:txBody>
        </p:sp>
      </p:grpSp>
      <p:grpSp>
        <p:nvGrpSpPr>
          <p:cNvPr id="19" name="Group 18">
            <a:extLst>
              <a:ext uri="{FF2B5EF4-FFF2-40B4-BE49-F238E27FC236}">
                <a16:creationId xmlns:a16="http://schemas.microsoft.com/office/drawing/2014/main" id="{29562B9E-BEAE-42DA-A2E6-7AA2120B06E9}"/>
              </a:ext>
            </a:extLst>
          </p:cNvPr>
          <p:cNvGrpSpPr/>
          <p:nvPr/>
        </p:nvGrpSpPr>
        <p:grpSpPr>
          <a:xfrm>
            <a:off x="16410053" y="9971507"/>
            <a:ext cx="11277384" cy="15589478"/>
            <a:chOff x="15944993" y="14441219"/>
            <a:chExt cx="9888647" cy="13152842"/>
          </a:xfrm>
        </p:grpSpPr>
        <p:grpSp>
          <p:nvGrpSpPr>
            <p:cNvPr id="141" name="Group 140">
              <a:extLst>
                <a:ext uri="{FF2B5EF4-FFF2-40B4-BE49-F238E27FC236}">
                  <a16:creationId xmlns:a16="http://schemas.microsoft.com/office/drawing/2014/main" id="{A329CEA2-3534-4257-A68A-56A184451EC8}"/>
                </a:ext>
              </a:extLst>
            </p:cNvPr>
            <p:cNvGrpSpPr/>
            <p:nvPr/>
          </p:nvGrpSpPr>
          <p:grpSpPr>
            <a:xfrm>
              <a:off x="15944993" y="14606482"/>
              <a:ext cx="9888647" cy="12987579"/>
              <a:chOff x="16631482" y="18033809"/>
              <a:chExt cx="9888647" cy="12987579"/>
            </a:xfrm>
          </p:grpSpPr>
          <p:pic>
            <p:nvPicPr>
              <p:cNvPr id="102" name="Picture 101">
                <a:extLst>
                  <a:ext uri="{FF2B5EF4-FFF2-40B4-BE49-F238E27FC236}">
                    <a16:creationId xmlns:a16="http://schemas.microsoft.com/office/drawing/2014/main" id="{71F41499-F5CD-4E80-9CA4-B5D2213EBA69}"/>
                  </a:ext>
                </a:extLst>
              </p:cNvPr>
              <p:cNvPicPr/>
              <p:nvPr/>
            </p:nvPicPr>
            <p:blipFill rotWithShape="1">
              <a:blip r:embed="rId11" cstate="print">
                <a:extLst>
                  <a:ext uri="{28A0092B-C50C-407E-A947-70E740481C1C}">
                    <a14:useLocalDpi xmlns:a14="http://schemas.microsoft.com/office/drawing/2010/main" val="0"/>
                  </a:ext>
                </a:extLst>
              </a:blip>
              <a:srcRect l="32084" t="22778" r="31979" b="25278"/>
              <a:stretch/>
            </p:blipFill>
            <p:spPr bwMode="auto">
              <a:xfrm>
                <a:off x="20562476" y="18033809"/>
                <a:ext cx="2812132" cy="3224087"/>
              </a:xfrm>
              <a:prstGeom prst="rect">
                <a:avLst/>
              </a:prstGeom>
              <a:noFill/>
              <a:ln>
                <a:noFill/>
              </a:ln>
              <a:extLst>
                <a:ext uri="{53640926-AAD7-44D8-BBD7-CCE9431645EC}">
                  <a14:shadowObscured xmlns:a14="http://schemas.microsoft.com/office/drawing/2010/main"/>
                </a:ext>
              </a:extLst>
            </p:spPr>
          </p:pic>
          <p:pic>
            <p:nvPicPr>
              <p:cNvPr id="103" name="Picture 102">
                <a:extLst>
                  <a:ext uri="{FF2B5EF4-FFF2-40B4-BE49-F238E27FC236}">
                    <a16:creationId xmlns:a16="http://schemas.microsoft.com/office/drawing/2014/main" id="{218853E3-8042-49A9-8B12-77F93106BF87}"/>
                  </a:ext>
                </a:extLst>
              </p:cNvPr>
              <p:cNvPicPr/>
              <p:nvPr/>
            </p:nvPicPr>
            <p:blipFill rotWithShape="1">
              <a:blip r:embed="rId12" cstate="print">
                <a:extLst>
                  <a:ext uri="{28A0092B-C50C-407E-A947-70E740481C1C}">
                    <a14:useLocalDpi xmlns:a14="http://schemas.microsoft.com/office/drawing/2010/main" val="0"/>
                  </a:ext>
                </a:extLst>
              </a:blip>
              <a:srcRect l="28750" t="19028" r="29167" b="20555"/>
              <a:stretch/>
            </p:blipFill>
            <p:spPr bwMode="auto">
              <a:xfrm>
                <a:off x="23679569" y="18047210"/>
                <a:ext cx="2812132" cy="3208813"/>
              </a:xfrm>
              <a:prstGeom prst="rect">
                <a:avLst/>
              </a:prstGeom>
              <a:noFill/>
              <a:ln>
                <a:noFill/>
              </a:ln>
              <a:extLst>
                <a:ext uri="{53640926-AAD7-44D8-BBD7-CCE9431645EC}">
                  <a14:shadowObscured xmlns:a14="http://schemas.microsoft.com/office/drawing/2010/main"/>
                </a:ext>
              </a:extLst>
            </p:spPr>
          </p:pic>
          <p:pic>
            <p:nvPicPr>
              <p:cNvPr id="105" name="Picture 104">
                <a:extLst>
                  <a:ext uri="{FF2B5EF4-FFF2-40B4-BE49-F238E27FC236}">
                    <a16:creationId xmlns:a16="http://schemas.microsoft.com/office/drawing/2014/main" id="{25C82E9A-1CB2-462D-989D-89D3C2BA411D}"/>
                  </a:ext>
                </a:extLst>
              </p:cNvPr>
              <p:cNvPicPr/>
              <p:nvPr/>
            </p:nvPicPr>
            <p:blipFill rotWithShape="1">
              <a:blip r:embed="rId13" cstate="print">
                <a:extLst>
                  <a:ext uri="{28A0092B-C50C-407E-A947-70E740481C1C}">
                    <a14:useLocalDpi xmlns:a14="http://schemas.microsoft.com/office/drawing/2010/main" val="0"/>
                  </a:ext>
                </a:extLst>
              </a:blip>
              <a:srcRect l="22813" t="24028" r="38542" b="20694"/>
              <a:stretch/>
            </p:blipFill>
            <p:spPr bwMode="auto">
              <a:xfrm>
                <a:off x="17386997" y="22053603"/>
                <a:ext cx="2892245" cy="3293462"/>
              </a:xfrm>
              <a:prstGeom prst="rect">
                <a:avLst/>
              </a:prstGeom>
              <a:noFill/>
              <a:ln>
                <a:noFill/>
              </a:ln>
              <a:extLst>
                <a:ext uri="{53640926-AAD7-44D8-BBD7-CCE9431645EC}">
                  <a14:shadowObscured xmlns:a14="http://schemas.microsoft.com/office/drawing/2010/main"/>
                </a:ext>
              </a:extLst>
            </p:spPr>
          </p:pic>
          <p:pic>
            <p:nvPicPr>
              <p:cNvPr id="106" name="Picture 105">
                <a:extLst>
                  <a:ext uri="{FF2B5EF4-FFF2-40B4-BE49-F238E27FC236}">
                    <a16:creationId xmlns:a16="http://schemas.microsoft.com/office/drawing/2014/main" id="{04307159-9AA9-4E65-BB25-DEB9752AECBB}"/>
                  </a:ext>
                </a:extLst>
              </p:cNvPr>
              <p:cNvPicPr/>
              <p:nvPr/>
            </p:nvPicPr>
            <p:blipFill rotWithShape="1">
              <a:blip r:embed="rId14" cstate="print">
                <a:extLst>
                  <a:ext uri="{28A0092B-C50C-407E-A947-70E740481C1C}">
                    <a14:useLocalDpi xmlns:a14="http://schemas.microsoft.com/office/drawing/2010/main" val="0"/>
                  </a:ext>
                </a:extLst>
              </a:blip>
              <a:srcRect l="17813" t="18473" r="36146" b="14722"/>
              <a:stretch/>
            </p:blipFill>
            <p:spPr bwMode="auto">
              <a:xfrm>
                <a:off x="23735811" y="22078796"/>
                <a:ext cx="2784318" cy="3268269"/>
              </a:xfrm>
              <a:prstGeom prst="rect">
                <a:avLst/>
              </a:prstGeom>
              <a:noFill/>
              <a:ln>
                <a:noFill/>
              </a:ln>
              <a:extLst>
                <a:ext uri="{53640926-AAD7-44D8-BBD7-CCE9431645EC}">
                  <a14:shadowObscured xmlns:a14="http://schemas.microsoft.com/office/drawing/2010/main"/>
                </a:ext>
              </a:extLst>
            </p:spPr>
          </p:pic>
          <p:pic>
            <p:nvPicPr>
              <p:cNvPr id="107" name="Picture 106">
                <a:extLst>
                  <a:ext uri="{FF2B5EF4-FFF2-40B4-BE49-F238E27FC236}">
                    <a16:creationId xmlns:a16="http://schemas.microsoft.com/office/drawing/2014/main" id="{4D956C30-F679-442A-B120-ED8F733E2A5B}"/>
                  </a:ext>
                </a:extLst>
              </p:cNvPr>
              <p:cNvPicPr/>
              <p:nvPr/>
            </p:nvPicPr>
            <p:blipFill rotWithShape="1">
              <a:blip r:embed="rId15" cstate="print">
                <a:extLst>
                  <a:ext uri="{28A0092B-C50C-407E-A947-70E740481C1C}">
                    <a14:useLocalDpi xmlns:a14="http://schemas.microsoft.com/office/drawing/2010/main" val="0"/>
                  </a:ext>
                </a:extLst>
              </a:blip>
              <a:srcRect l="17760" t="17954" r="35319" b="13986"/>
              <a:stretch/>
            </p:blipFill>
            <p:spPr bwMode="auto">
              <a:xfrm>
                <a:off x="20578692" y="22038799"/>
                <a:ext cx="2793239" cy="3393683"/>
              </a:xfrm>
              <a:prstGeom prst="rect">
                <a:avLst/>
              </a:prstGeom>
              <a:noFill/>
              <a:ln>
                <a:noFill/>
              </a:ln>
              <a:extLst>
                <a:ext uri="{53640926-AAD7-44D8-BBD7-CCE9431645EC}">
                  <a14:shadowObscured xmlns:a14="http://schemas.microsoft.com/office/drawing/2010/main"/>
                </a:ext>
              </a:extLst>
            </p:spPr>
          </p:pic>
          <p:pic>
            <p:nvPicPr>
              <p:cNvPr id="108" name="Picture 107">
                <a:extLst>
                  <a:ext uri="{FF2B5EF4-FFF2-40B4-BE49-F238E27FC236}">
                    <a16:creationId xmlns:a16="http://schemas.microsoft.com/office/drawing/2014/main" id="{70C50992-AC79-4F8C-9F3A-0A80E5A0547C}"/>
                  </a:ext>
                </a:extLst>
              </p:cNvPr>
              <p:cNvPicPr/>
              <p:nvPr/>
            </p:nvPicPr>
            <p:blipFill rotWithShape="1">
              <a:blip r:embed="rId16" cstate="print">
                <a:extLst>
                  <a:ext uri="{28A0092B-C50C-407E-A947-70E740481C1C}">
                    <a14:useLocalDpi xmlns:a14="http://schemas.microsoft.com/office/drawing/2010/main" val="0"/>
                  </a:ext>
                </a:extLst>
              </a:blip>
              <a:srcRect l="27500" t="24583" r="34791" b="20000"/>
              <a:stretch/>
            </p:blipFill>
            <p:spPr bwMode="auto">
              <a:xfrm>
                <a:off x="17340307" y="27165005"/>
                <a:ext cx="2892245" cy="3293462"/>
              </a:xfrm>
              <a:prstGeom prst="rect">
                <a:avLst/>
              </a:prstGeom>
              <a:noFill/>
              <a:ln>
                <a:noFill/>
              </a:ln>
              <a:extLst>
                <a:ext uri="{53640926-AAD7-44D8-BBD7-CCE9431645EC}">
                  <a14:shadowObscured xmlns:a14="http://schemas.microsoft.com/office/drawing/2010/main"/>
                </a:ext>
              </a:extLst>
            </p:spPr>
          </p:pic>
          <p:pic>
            <p:nvPicPr>
              <p:cNvPr id="109" name="Picture 108">
                <a:extLst>
                  <a:ext uri="{FF2B5EF4-FFF2-40B4-BE49-F238E27FC236}">
                    <a16:creationId xmlns:a16="http://schemas.microsoft.com/office/drawing/2014/main" id="{5C6D36D6-7E97-4F19-B504-82A8514FC27B}"/>
                  </a:ext>
                </a:extLst>
              </p:cNvPr>
              <p:cNvPicPr/>
              <p:nvPr/>
            </p:nvPicPr>
            <p:blipFill rotWithShape="1">
              <a:blip r:embed="rId17" cstate="print">
                <a:extLst>
                  <a:ext uri="{28A0092B-C50C-407E-A947-70E740481C1C}">
                    <a14:useLocalDpi xmlns:a14="http://schemas.microsoft.com/office/drawing/2010/main" val="0"/>
                  </a:ext>
                </a:extLst>
              </a:blip>
              <a:srcRect l="29271" t="19305" r="29063" b="21250"/>
              <a:stretch/>
            </p:blipFill>
            <p:spPr bwMode="auto">
              <a:xfrm>
                <a:off x="20512479" y="27163832"/>
                <a:ext cx="2859452" cy="3255528"/>
              </a:xfrm>
              <a:prstGeom prst="rect">
                <a:avLst/>
              </a:prstGeom>
              <a:noFill/>
              <a:ln>
                <a:noFill/>
              </a:ln>
              <a:extLst>
                <a:ext uri="{53640926-AAD7-44D8-BBD7-CCE9431645EC}">
                  <a14:shadowObscured xmlns:a14="http://schemas.microsoft.com/office/drawing/2010/main"/>
                </a:ext>
              </a:extLst>
            </p:spPr>
          </p:pic>
          <p:pic>
            <p:nvPicPr>
              <p:cNvPr id="110" name="Picture 109">
                <a:extLst>
                  <a:ext uri="{FF2B5EF4-FFF2-40B4-BE49-F238E27FC236}">
                    <a16:creationId xmlns:a16="http://schemas.microsoft.com/office/drawing/2014/main" id="{94855C41-9F58-46A7-A053-29C288212BC7}"/>
                  </a:ext>
                </a:extLst>
              </p:cNvPr>
              <p:cNvPicPr/>
              <p:nvPr/>
            </p:nvPicPr>
            <p:blipFill rotWithShape="1">
              <a:blip r:embed="rId18" cstate="print">
                <a:extLst>
                  <a:ext uri="{28A0092B-C50C-407E-A947-70E740481C1C}">
                    <a14:useLocalDpi xmlns:a14="http://schemas.microsoft.com/office/drawing/2010/main" val="0"/>
                  </a:ext>
                </a:extLst>
              </a:blip>
              <a:srcRect l="23021" t="18750" r="31667" b="14306"/>
              <a:stretch/>
            </p:blipFill>
            <p:spPr bwMode="auto">
              <a:xfrm>
                <a:off x="23775747" y="27163219"/>
                <a:ext cx="2744382" cy="3253655"/>
              </a:xfrm>
              <a:prstGeom prst="rect">
                <a:avLst/>
              </a:prstGeom>
              <a:noFill/>
              <a:ln>
                <a:noFill/>
              </a:ln>
              <a:extLst>
                <a:ext uri="{53640926-AAD7-44D8-BBD7-CCE9431645EC}">
                  <a14:shadowObscured xmlns:a14="http://schemas.microsoft.com/office/drawing/2010/main"/>
                </a:ext>
              </a:extLst>
            </p:spPr>
          </p:pic>
          <p:pic>
            <p:nvPicPr>
              <p:cNvPr id="111" name="Picture 110">
                <a:extLst>
                  <a:ext uri="{FF2B5EF4-FFF2-40B4-BE49-F238E27FC236}">
                    <a16:creationId xmlns:a16="http://schemas.microsoft.com/office/drawing/2014/main" id="{0E47C39E-129B-4C63-AAA8-E2E4AFBBE090}"/>
                  </a:ext>
                </a:extLst>
              </p:cNvPr>
              <p:cNvPicPr/>
              <p:nvPr/>
            </p:nvPicPr>
            <p:blipFill rotWithShape="1">
              <a:blip r:embed="rId19" cstate="print">
                <a:extLst>
                  <a:ext uri="{28A0092B-C50C-407E-A947-70E740481C1C}">
                    <a14:useLocalDpi xmlns:a14="http://schemas.microsoft.com/office/drawing/2010/main" val="0"/>
                  </a:ext>
                </a:extLst>
              </a:blip>
              <a:srcRect l="24167" t="11389" r="24062" b="12639"/>
              <a:stretch/>
            </p:blipFill>
            <p:spPr bwMode="auto">
              <a:xfrm>
                <a:off x="17386997" y="18061607"/>
                <a:ext cx="2812132" cy="3168492"/>
              </a:xfrm>
              <a:prstGeom prst="rect">
                <a:avLst/>
              </a:prstGeom>
              <a:noFill/>
              <a:ln>
                <a:noFill/>
              </a:ln>
              <a:extLst>
                <a:ext uri="{53640926-AAD7-44D8-BBD7-CCE9431645EC}">
                  <a14:shadowObscured xmlns:a14="http://schemas.microsoft.com/office/drawing/2010/main"/>
                </a:ext>
              </a:extLst>
            </p:spPr>
          </p:pic>
          <p:sp>
            <p:nvSpPr>
              <p:cNvPr id="116" name="TextBox 115">
                <a:extLst>
                  <a:ext uri="{FF2B5EF4-FFF2-40B4-BE49-F238E27FC236}">
                    <a16:creationId xmlns:a16="http://schemas.microsoft.com/office/drawing/2014/main" id="{3AB8B97B-860A-4294-9A86-BB858F59BB82}"/>
                  </a:ext>
                </a:extLst>
              </p:cNvPr>
              <p:cNvSpPr txBox="1"/>
              <p:nvPr/>
            </p:nvSpPr>
            <p:spPr>
              <a:xfrm>
                <a:off x="18059338" y="21350820"/>
                <a:ext cx="821186" cy="439215"/>
              </a:xfrm>
              <a:prstGeom prst="rect">
                <a:avLst/>
              </a:prstGeom>
              <a:noFill/>
            </p:spPr>
            <p:txBody>
              <a:bodyPr wrap="none" rtlCol="0">
                <a:spAutoFit/>
              </a:bodyPr>
              <a:lstStyle/>
              <a:p>
                <a:pPr algn="l">
                  <a:spcBef>
                    <a:spcPts val="600"/>
                  </a:spcBef>
                </a:pPr>
                <a:r>
                  <a:rPr lang="en-US" sz="2800" b="1" dirty="0">
                    <a:solidFill>
                      <a:schemeClr val="accent1"/>
                    </a:solidFill>
                    <a:latin typeface="Times New Roman" panose="02020603050405020304" pitchFamily="18" charset="0"/>
                    <a:cs typeface="Times New Roman" panose="02020603050405020304" pitchFamily="18" charset="0"/>
                  </a:rPr>
                  <a:t>0.965</a:t>
                </a:r>
              </a:p>
            </p:txBody>
          </p:sp>
          <p:sp>
            <p:nvSpPr>
              <p:cNvPr id="117" name="TextBox 116">
                <a:extLst>
                  <a:ext uri="{FF2B5EF4-FFF2-40B4-BE49-F238E27FC236}">
                    <a16:creationId xmlns:a16="http://schemas.microsoft.com/office/drawing/2014/main" id="{5485D138-1CBE-45C7-87E1-CDFD824ED719}"/>
                  </a:ext>
                </a:extLst>
              </p:cNvPr>
              <p:cNvSpPr txBox="1"/>
              <p:nvPr/>
            </p:nvSpPr>
            <p:spPr>
              <a:xfrm>
                <a:off x="21445915" y="21409776"/>
                <a:ext cx="916674" cy="507863"/>
              </a:xfrm>
              <a:prstGeom prst="rect">
                <a:avLst/>
              </a:prstGeom>
              <a:noFill/>
            </p:spPr>
            <p:txBody>
              <a:bodyPr wrap="none" rtlCol="0">
                <a:spAutoFit/>
              </a:bodyPr>
              <a:lstStyle>
                <a:defPPr>
                  <a:defRPr lang="en-BE"/>
                </a:defPPr>
                <a:lvl1pPr>
                  <a:spcBef>
                    <a:spcPts val="600"/>
                  </a:spcBef>
                  <a:defRPr sz="2800" b="1">
                    <a:solidFill>
                      <a:schemeClr val="accent1"/>
                    </a:solidFill>
                    <a:latin typeface="Times New Roman" panose="02020603050405020304" pitchFamily="18" charset="0"/>
                    <a:cs typeface="Times New Roman" panose="02020603050405020304" pitchFamily="18" charset="0"/>
                  </a:defRPr>
                </a:lvl1pPr>
              </a:lstStyle>
              <a:p>
                <a:r>
                  <a:rPr lang="en-US" dirty="0"/>
                  <a:t>0.884</a:t>
                </a:r>
              </a:p>
            </p:txBody>
          </p:sp>
          <p:sp>
            <p:nvSpPr>
              <p:cNvPr id="118" name="TextBox 117">
                <a:extLst>
                  <a:ext uri="{FF2B5EF4-FFF2-40B4-BE49-F238E27FC236}">
                    <a16:creationId xmlns:a16="http://schemas.microsoft.com/office/drawing/2014/main" id="{F4EB1976-F0F1-4948-BF51-95385937F63F}"/>
                  </a:ext>
                </a:extLst>
              </p:cNvPr>
              <p:cNvSpPr txBox="1"/>
              <p:nvPr/>
            </p:nvSpPr>
            <p:spPr>
              <a:xfrm>
                <a:off x="24537499" y="21419356"/>
                <a:ext cx="672652" cy="439215"/>
              </a:xfrm>
              <a:prstGeom prst="rect">
                <a:avLst/>
              </a:prstGeom>
              <a:noFill/>
            </p:spPr>
            <p:txBody>
              <a:bodyPr wrap="none" rtlCol="0">
                <a:spAutoFit/>
              </a:bodyPr>
              <a:lstStyle>
                <a:defPPr>
                  <a:defRPr lang="en-BE"/>
                </a:defPPr>
                <a:lvl1pPr>
                  <a:spcBef>
                    <a:spcPts val="600"/>
                  </a:spcBef>
                  <a:defRPr sz="2800" b="1">
                    <a:solidFill>
                      <a:schemeClr val="accent1"/>
                    </a:solidFill>
                    <a:latin typeface="Times New Roman" panose="02020603050405020304" pitchFamily="18" charset="0"/>
                    <a:cs typeface="Times New Roman" panose="02020603050405020304" pitchFamily="18" charset="0"/>
                  </a:defRPr>
                </a:lvl1pPr>
              </a:lstStyle>
              <a:p>
                <a:r>
                  <a:rPr lang="en-US"/>
                  <a:t>0.81</a:t>
                </a:r>
                <a:endParaRPr lang="en-US" dirty="0"/>
              </a:p>
            </p:txBody>
          </p:sp>
          <p:sp>
            <p:nvSpPr>
              <p:cNvPr id="120" name="TextBox 119">
                <a:extLst>
                  <a:ext uri="{FF2B5EF4-FFF2-40B4-BE49-F238E27FC236}">
                    <a16:creationId xmlns:a16="http://schemas.microsoft.com/office/drawing/2014/main" id="{4A594615-D04C-4402-8500-C38C687D1FF3}"/>
                  </a:ext>
                </a:extLst>
              </p:cNvPr>
              <p:cNvSpPr txBox="1"/>
              <p:nvPr/>
            </p:nvSpPr>
            <p:spPr>
              <a:xfrm>
                <a:off x="18059338" y="25604426"/>
                <a:ext cx="1051947" cy="439215"/>
              </a:xfrm>
              <a:prstGeom prst="rect">
                <a:avLst/>
              </a:prstGeom>
              <a:noFill/>
            </p:spPr>
            <p:txBody>
              <a:bodyPr wrap="none" rtlCol="0">
                <a:spAutoFit/>
              </a:bodyPr>
              <a:lstStyle/>
              <a:p>
                <a:pPr algn="l">
                  <a:spcBef>
                    <a:spcPts val="600"/>
                  </a:spcBef>
                </a:pPr>
                <a:r>
                  <a:rPr lang="en-US" sz="2800" b="1" dirty="0">
                    <a:solidFill>
                      <a:schemeClr val="accent1"/>
                    </a:solidFill>
                    <a:latin typeface="Times New Roman" panose="02020603050405020304" pitchFamily="18" charset="0"/>
                    <a:cs typeface="Times New Roman" panose="02020603050405020304" pitchFamily="18" charset="0"/>
                  </a:rPr>
                  <a:t>5.95e-3</a:t>
                </a:r>
              </a:p>
            </p:txBody>
          </p:sp>
          <p:sp>
            <p:nvSpPr>
              <p:cNvPr id="121" name="TextBox 120">
                <a:extLst>
                  <a:ext uri="{FF2B5EF4-FFF2-40B4-BE49-F238E27FC236}">
                    <a16:creationId xmlns:a16="http://schemas.microsoft.com/office/drawing/2014/main" id="{FA757116-CFBC-4588-BF46-9F4B6EB6A14D}"/>
                  </a:ext>
                </a:extLst>
              </p:cNvPr>
              <p:cNvSpPr txBox="1"/>
              <p:nvPr/>
            </p:nvSpPr>
            <p:spPr>
              <a:xfrm>
                <a:off x="21445915" y="25663382"/>
                <a:ext cx="1051947" cy="439215"/>
              </a:xfrm>
              <a:prstGeom prst="rect">
                <a:avLst/>
              </a:prstGeom>
              <a:noFill/>
            </p:spPr>
            <p:txBody>
              <a:bodyPr wrap="none" rtlCol="0">
                <a:spAutoFit/>
              </a:bodyPr>
              <a:lstStyle/>
              <a:p>
                <a:pPr algn="l">
                  <a:spcBef>
                    <a:spcPts val="600"/>
                  </a:spcBef>
                </a:pPr>
                <a:r>
                  <a:rPr lang="en-US" sz="2800" b="1" dirty="0">
                    <a:solidFill>
                      <a:schemeClr val="accent1"/>
                    </a:solidFill>
                    <a:latin typeface="Times New Roman" panose="02020603050405020304" pitchFamily="18" charset="0"/>
                    <a:cs typeface="Times New Roman" panose="02020603050405020304" pitchFamily="18" charset="0"/>
                  </a:rPr>
                  <a:t>9.67e-4</a:t>
                </a:r>
              </a:p>
            </p:txBody>
          </p:sp>
          <p:sp>
            <p:nvSpPr>
              <p:cNvPr id="122" name="TextBox 121">
                <a:extLst>
                  <a:ext uri="{FF2B5EF4-FFF2-40B4-BE49-F238E27FC236}">
                    <a16:creationId xmlns:a16="http://schemas.microsoft.com/office/drawing/2014/main" id="{5D9D1FBF-8D00-467B-9D9B-C8464AA9CD05}"/>
                  </a:ext>
                </a:extLst>
              </p:cNvPr>
              <p:cNvSpPr txBox="1"/>
              <p:nvPr/>
            </p:nvSpPr>
            <p:spPr>
              <a:xfrm>
                <a:off x="24501260" y="25672962"/>
                <a:ext cx="1051947" cy="439215"/>
              </a:xfrm>
              <a:prstGeom prst="rect">
                <a:avLst/>
              </a:prstGeom>
              <a:noFill/>
            </p:spPr>
            <p:txBody>
              <a:bodyPr wrap="none" rtlCol="0">
                <a:spAutoFit/>
              </a:bodyPr>
              <a:lstStyle/>
              <a:p>
                <a:pPr algn="l">
                  <a:spcBef>
                    <a:spcPts val="600"/>
                  </a:spcBef>
                </a:pPr>
                <a:r>
                  <a:rPr lang="en-US" sz="2800" b="1" dirty="0">
                    <a:solidFill>
                      <a:schemeClr val="accent1"/>
                    </a:solidFill>
                    <a:latin typeface="Times New Roman" panose="02020603050405020304" pitchFamily="18" charset="0"/>
                    <a:cs typeface="Times New Roman" panose="02020603050405020304" pitchFamily="18" charset="0"/>
                  </a:rPr>
                  <a:t>3.98e-4</a:t>
                </a:r>
              </a:p>
            </p:txBody>
          </p:sp>
          <p:sp>
            <p:nvSpPr>
              <p:cNvPr id="124" name="TextBox 123">
                <a:extLst>
                  <a:ext uri="{FF2B5EF4-FFF2-40B4-BE49-F238E27FC236}">
                    <a16:creationId xmlns:a16="http://schemas.microsoft.com/office/drawing/2014/main" id="{AA6CBDBE-941C-42E5-A96C-612C63EF9EFA}"/>
                  </a:ext>
                </a:extLst>
              </p:cNvPr>
              <p:cNvSpPr txBox="1"/>
              <p:nvPr/>
            </p:nvSpPr>
            <p:spPr>
              <a:xfrm>
                <a:off x="18059338" y="26440378"/>
                <a:ext cx="969722" cy="439215"/>
              </a:xfrm>
              <a:prstGeom prst="rect">
                <a:avLst/>
              </a:prstGeom>
              <a:noFill/>
            </p:spPr>
            <p:txBody>
              <a:bodyPr wrap="none" rtlCol="0">
                <a:spAutoFit/>
              </a:bodyPr>
              <a:lstStyle/>
              <a:p>
                <a:pPr algn="l">
                  <a:spcBef>
                    <a:spcPts val="600"/>
                  </a:spcBef>
                </a:pPr>
                <a:r>
                  <a:rPr lang="en-US" sz="2800" b="1" dirty="0">
                    <a:solidFill>
                      <a:schemeClr val="accent1"/>
                    </a:solidFill>
                    <a:latin typeface="Times New Roman" panose="02020603050405020304" pitchFamily="18" charset="0"/>
                    <a:cs typeface="Times New Roman" panose="02020603050405020304" pitchFamily="18" charset="0"/>
                  </a:rPr>
                  <a:t>2.1626</a:t>
                </a:r>
              </a:p>
            </p:txBody>
          </p:sp>
          <p:sp>
            <p:nvSpPr>
              <p:cNvPr id="125" name="TextBox 124">
                <a:extLst>
                  <a:ext uri="{FF2B5EF4-FFF2-40B4-BE49-F238E27FC236}">
                    <a16:creationId xmlns:a16="http://schemas.microsoft.com/office/drawing/2014/main" id="{AA0C419C-ECE7-4C0A-B823-10DBAF6C05A5}"/>
                  </a:ext>
                </a:extLst>
              </p:cNvPr>
              <p:cNvSpPr txBox="1"/>
              <p:nvPr/>
            </p:nvSpPr>
            <p:spPr>
              <a:xfrm>
                <a:off x="21680391" y="26499334"/>
                <a:ext cx="672652" cy="439215"/>
              </a:xfrm>
              <a:prstGeom prst="rect">
                <a:avLst/>
              </a:prstGeom>
              <a:noFill/>
            </p:spPr>
            <p:txBody>
              <a:bodyPr wrap="none" rtlCol="0">
                <a:spAutoFit/>
              </a:bodyPr>
              <a:lstStyle/>
              <a:p>
                <a:pPr algn="l">
                  <a:spcBef>
                    <a:spcPts val="600"/>
                  </a:spcBef>
                </a:pPr>
                <a:r>
                  <a:rPr lang="en-US" sz="2800" b="1" dirty="0">
                    <a:solidFill>
                      <a:schemeClr val="accent1"/>
                    </a:solidFill>
                    <a:latin typeface="Times New Roman" panose="02020603050405020304" pitchFamily="18" charset="0"/>
                    <a:cs typeface="Times New Roman" panose="02020603050405020304" pitchFamily="18" charset="0"/>
                  </a:rPr>
                  <a:t>7.95</a:t>
                </a:r>
              </a:p>
            </p:txBody>
          </p:sp>
          <p:sp>
            <p:nvSpPr>
              <p:cNvPr id="126" name="TextBox 125">
                <a:extLst>
                  <a:ext uri="{FF2B5EF4-FFF2-40B4-BE49-F238E27FC236}">
                    <a16:creationId xmlns:a16="http://schemas.microsoft.com/office/drawing/2014/main" id="{4F1657E6-D5C5-462A-A765-1F13A5B13699}"/>
                  </a:ext>
                </a:extLst>
              </p:cNvPr>
              <p:cNvSpPr txBox="1"/>
              <p:nvPr/>
            </p:nvSpPr>
            <p:spPr>
              <a:xfrm>
                <a:off x="24550953" y="26484718"/>
                <a:ext cx="969722" cy="439215"/>
              </a:xfrm>
              <a:prstGeom prst="rect">
                <a:avLst/>
              </a:prstGeom>
              <a:noFill/>
            </p:spPr>
            <p:txBody>
              <a:bodyPr wrap="none" rtlCol="0">
                <a:spAutoFit/>
              </a:bodyPr>
              <a:lstStyle/>
              <a:p>
                <a:pPr algn="l">
                  <a:spcBef>
                    <a:spcPts val="600"/>
                  </a:spcBef>
                </a:pPr>
                <a:r>
                  <a:rPr lang="en-US" sz="2800" b="1" dirty="0">
                    <a:solidFill>
                      <a:schemeClr val="accent1"/>
                    </a:solidFill>
                    <a:latin typeface="Times New Roman" panose="02020603050405020304" pitchFamily="18" charset="0"/>
                    <a:cs typeface="Times New Roman" panose="02020603050405020304" pitchFamily="18" charset="0"/>
                  </a:rPr>
                  <a:t>13.695</a:t>
                </a:r>
              </a:p>
            </p:txBody>
          </p:sp>
          <p:sp>
            <p:nvSpPr>
              <p:cNvPr id="128" name="TextBox 127">
                <a:extLst>
                  <a:ext uri="{FF2B5EF4-FFF2-40B4-BE49-F238E27FC236}">
                    <a16:creationId xmlns:a16="http://schemas.microsoft.com/office/drawing/2014/main" id="{63D16EB7-3DC8-4BD9-9BFB-EA4338896AB1}"/>
                  </a:ext>
                </a:extLst>
              </p:cNvPr>
              <p:cNvSpPr txBox="1"/>
              <p:nvPr/>
            </p:nvSpPr>
            <p:spPr>
              <a:xfrm>
                <a:off x="18023604" y="30579191"/>
                <a:ext cx="969722" cy="439215"/>
              </a:xfrm>
              <a:prstGeom prst="rect">
                <a:avLst/>
              </a:prstGeom>
              <a:noFill/>
            </p:spPr>
            <p:txBody>
              <a:bodyPr wrap="none" rtlCol="0">
                <a:spAutoFit/>
              </a:bodyPr>
              <a:lstStyle/>
              <a:p>
                <a:pPr algn="l">
                  <a:spcBef>
                    <a:spcPts val="600"/>
                  </a:spcBef>
                </a:pPr>
                <a:r>
                  <a:rPr lang="en-US" sz="2800" b="1" dirty="0">
                    <a:solidFill>
                      <a:schemeClr val="accent1"/>
                    </a:solidFill>
                    <a:latin typeface="Times New Roman" panose="02020603050405020304" pitchFamily="18" charset="0"/>
                    <a:cs typeface="Times New Roman" panose="02020603050405020304" pitchFamily="18" charset="0"/>
                  </a:rPr>
                  <a:t>273.53</a:t>
                </a:r>
              </a:p>
            </p:txBody>
          </p:sp>
          <p:sp>
            <p:nvSpPr>
              <p:cNvPr id="129" name="TextBox 128">
                <a:extLst>
                  <a:ext uri="{FF2B5EF4-FFF2-40B4-BE49-F238E27FC236}">
                    <a16:creationId xmlns:a16="http://schemas.microsoft.com/office/drawing/2014/main" id="{08BB2BD2-63FF-4DA4-B505-E72321693A39}"/>
                  </a:ext>
                </a:extLst>
              </p:cNvPr>
              <p:cNvSpPr txBox="1"/>
              <p:nvPr/>
            </p:nvSpPr>
            <p:spPr>
              <a:xfrm>
                <a:off x="21292079" y="30571155"/>
                <a:ext cx="969722" cy="439215"/>
              </a:xfrm>
              <a:prstGeom prst="rect">
                <a:avLst/>
              </a:prstGeom>
              <a:noFill/>
            </p:spPr>
            <p:txBody>
              <a:bodyPr wrap="none" rtlCol="0">
                <a:spAutoFit/>
              </a:bodyPr>
              <a:lstStyle/>
              <a:p>
                <a:pPr algn="l">
                  <a:spcBef>
                    <a:spcPts val="600"/>
                  </a:spcBef>
                </a:pPr>
                <a:r>
                  <a:rPr lang="en-US" sz="2800" b="1" dirty="0">
                    <a:solidFill>
                      <a:schemeClr val="accent1"/>
                    </a:solidFill>
                    <a:latin typeface="Times New Roman" panose="02020603050405020304" pitchFamily="18" charset="0"/>
                    <a:cs typeface="Times New Roman" panose="02020603050405020304" pitchFamily="18" charset="0"/>
                  </a:rPr>
                  <a:t>575.83</a:t>
                </a:r>
              </a:p>
            </p:txBody>
          </p:sp>
          <p:sp>
            <p:nvSpPr>
              <p:cNvPr id="130" name="TextBox 129">
                <a:extLst>
                  <a:ext uri="{FF2B5EF4-FFF2-40B4-BE49-F238E27FC236}">
                    <a16:creationId xmlns:a16="http://schemas.microsoft.com/office/drawing/2014/main" id="{A9CBDE6B-7DC4-4E28-BEF0-4A53ED07B344}"/>
                  </a:ext>
                </a:extLst>
              </p:cNvPr>
              <p:cNvSpPr txBox="1"/>
              <p:nvPr/>
            </p:nvSpPr>
            <p:spPr>
              <a:xfrm>
                <a:off x="24533856" y="30582173"/>
                <a:ext cx="969722" cy="439215"/>
              </a:xfrm>
              <a:prstGeom prst="rect">
                <a:avLst/>
              </a:prstGeom>
              <a:noFill/>
            </p:spPr>
            <p:txBody>
              <a:bodyPr wrap="none" rtlCol="0">
                <a:spAutoFit/>
              </a:bodyPr>
              <a:lstStyle/>
              <a:p>
                <a:pPr algn="l">
                  <a:spcBef>
                    <a:spcPts val="600"/>
                  </a:spcBef>
                </a:pPr>
                <a:r>
                  <a:rPr lang="en-US" sz="2800" b="1" dirty="0">
                    <a:solidFill>
                      <a:schemeClr val="accent1"/>
                    </a:solidFill>
                    <a:latin typeface="Times New Roman" panose="02020603050405020304" pitchFamily="18" charset="0"/>
                    <a:cs typeface="Times New Roman" panose="02020603050405020304" pitchFamily="18" charset="0"/>
                  </a:rPr>
                  <a:t>915.43</a:t>
                </a:r>
              </a:p>
            </p:txBody>
          </p:sp>
          <mc:AlternateContent xmlns:mc="http://schemas.openxmlformats.org/markup-compatibility/2006" xmlns:a14="http://schemas.microsoft.com/office/drawing/2010/main">
            <mc:Choice Requires="a14">
              <p:sp>
                <p:nvSpPr>
                  <p:cNvPr id="132" name="Rectangle 131">
                    <a:extLst>
                      <a:ext uri="{FF2B5EF4-FFF2-40B4-BE49-F238E27FC236}">
                        <a16:creationId xmlns:a16="http://schemas.microsoft.com/office/drawing/2014/main" id="{C5589562-8951-4684-9E73-C7838A5A3323}"/>
                      </a:ext>
                    </a:extLst>
                  </p:cNvPr>
                  <p:cNvSpPr/>
                  <p:nvPr/>
                </p:nvSpPr>
                <p:spPr>
                  <a:xfrm>
                    <a:off x="16631482" y="21317682"/>
                    <a:ext cx="421998" cy="49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b="1"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rPr>
                            <m:t>𝜺</m:t>
                          </m:r>
                        </m:oMath>
                      </m:oMathPara>
                    </a14:m>
                    <a:endParaRPr lang="en-US" sz="1400" dirty="0"/>
                  </a:p>
                </p:txBody>
              </p:sp>
            </mc:Choice>
            <mc:Fallback xmlns="">
              <p:sp>
                <p:nvSpPr>
                  <p:cNvPr id="132" name="Rectangle 131">
                    <a:extLst>
                      <a:ext uri="{FF2B5EF4-FFF2-40B4-BE49-F238E27FC236}">
                        <a16:creationId xmlns:a16="http://schemas.microsoft.com/office/drawing/2014/main" id="{C5589562-8951-4684-9E73-C7838A5A3323}"/>
                      </a:ext>
                    </a:extLst>
                  </p:cNvPr>
                  <p:cNvSpPr>
                    <a:spLocks noRot="1" noChangeAspect="1" noMove="1" noResize="1" noEditPoints="1" noAdjustHandles="1" noChangeArrowheads="1" noChangeShapeType="1" noTextEdit="1"/>
                  </p:cNvSpPr>
                  <p:nvPr/>
                </p:nvSpPr>
                <p:spPr>
                  <a:xfrm>
                    <a:off x="16631482" y="21317682"/>
                    <a:ext cx="421998" cy="490887"/>
                  </a:xfrm>
                  <a:prstGeom prst="rect">
                    <a:avLst/>
                  </a:prstGeom>
                  <a:blipFill>
                    <a:blip r:embed="rId20"/>
                    <a:stretch>
                      <a:fillRect/>
                    </a:stretch>
                  </a:blipFill>
                </p:spPr>
                <p:txBody>
                  <a:bodyPr/>
                  <a:lstStyle/>
                  <a:p>
                    <a:r>
                      <a:rPr lang="en-US">
                        <a:noFill/>
                      </a:rPr>
                      <a:t> </a:t>
                    </a:r>
                  </a:p>
                </p:txBody>
              </p:sp>
            </mc:Fallback>
          </mc:AlternateContent>
          <p:sp>
            <p:nvSpPr>
              <p:cNvPr id="133" name="Rectangle 132">
                <a:extLst>
                  <a:ext uri="{FF2B5EF4-FFF2-40B4-BE49-F238E27FC236}">
                    <a16:creationId xmlns:a16="http://schemas.microsoft.com/office/drawing/2014/main" id="{E2B63933-E62E-4AF9-976A-D1D9916D62ED}"/>
                  </a:ext>
                </a:extLst>
              </p:cNvPr>
              <p:cNvSpPr/>
              <p:nvPr/>
            </p:nvSpPr>
            <p:spPr>
              <a:xfrm>
                <a:off x="16729912" y="25622301"/>
                <a:ext cx="383538" cy="439215"/>
              </a:xfrm>
              <a:prstGeom prst="rect">
                <a:avLst/>
              </a:prstGeom>
            </p:spPr>
            <p:txBody>
              <a:bodyPr wrap="none">
                <a:spAutoFit/>
              </a:bodyPr>
              <a:lstStyle/>
              <a:p>
                <a:r>
                  <a:rPr lang="en-US" sz="2800" b="1" dirty="0">
                    <a:solidFill>
                      <a:schemeClr val="accent1"/>
                    </a:solidFill>
                    <a:latin typeface="Times New Roman" panose="02020603050405020304" pitchFamily="18" charset="0"/>
                    <a:cs typeface="Times New Roman" panose="02020603050405020304" pitchFamily="18" charset="0"/>
                  </a:rPr>
                  <a:t>K</a:t>
                </a:r>
                <a:endParaRPr lang="en-US" sz="2800" dirty="0"/>
              </a:p>
            </p:txBody>
          </p:sp>
          <mc:AlternateContent xmlns:mc="http://schemas.openxmlformats.org/markup-compatibility/2006" xmlns:a14="http://schemas.microsoft.com/office/drawing/2010/main">
            <mc:Choice Requires="a14">
              <p:sp>
                <p:nvSpPr>
                  <p:cNvPr id="134" name="Rectangle 133">
                    <a:extLst>
                      <a:ext uri="{FF2B5EF4-FFF2-40B4-BE49-F238E27FC236}">
                        <a16:creationId xmlns:a16="http://schemas.microsoft.com/office/drawing/2014/main" id="{1B1812BF-F898-48CC-BDE6-D23D9E1BB13A}"/>
                      </a:ext>
                    </a:extLst>
                  </p:cNvPr>
                  <p:cNvSpPr/>
                  <p:nvPr/>
                </p:nvSpPr>
                <p:spPr>
                  <a:xfrm>
                    <a:off x="16719232" y="26392497"/>
                    <a:ext cx="388843" cy="4392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1"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rPr>
                            <m:t>𝜻</m:t>
                          </m:r>
                        </m:oMath>
                      </m:oMathPara>
                    </a14:m>
                    <a:endParaRPr lang="en-US" sz="2800" dirty="0"/>
                  </a:p>
                </p:txBody>
              </p:sp>
            </mc:Choice>
            <mc:Fallback xmlns="">
              <p:sp>
                <p:nvSpPr>
                  <p:cNvPr id="134" name="Rectangle 133">
                    <a:extLst>
                      <a:ext uri="{FF2B5EF4-FFF2-40B4-BE49-F238E27FC236}">
                        <a16:creationId xmlns:a16="http://schemas.microsoft.com/office/drawing/2014/main" id="{1B1812BF-F898-48CC-BDE6-D23D9E1BB13A}"/>
                      </a:ext>
                    </a:extLst>
                  </p:cNvPr>
                  <p:cNvSpPr>
                    <a:spLocks noRot="1" noChangeAspect="1" noMove="1" noResize="1" noEditPoints="1" noAdjustHandles="1" noChangeArrowheads="1" noChangeShapeType="1" noTextEdit="1"/>
                  </p:cNvSpPr>
                  <p:nvPr/>
                </p:nvSpPr>
                <p:spPr>
                  <a:xfrm>
                    <a:off x="16719232" y="26392497"/>
                    <a:ext cx="388843" cy="439215"/>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5" name="Rectangle 134">
                    <a:extLst>
                      <a:ext uri="{FF2B5EF4-FFF2-40B4-BE49-F238E27FC236}">
                        <a16:creationId xmlns:a16="http://schemas.microsoft.com/office/drawing/2014/main" id="{87F403E7-727F-436A-80BF-6E9425F9BB2E}"/>
                      </a:ext>
                    </a:extLst>
                  </p:cNvPr>
                  <p:cNvSpPr/>
                  <p:nvPr/>
                </p:nvSpPr>
                <p:spPr>
                  <a:xfrm>
                    <a:off x="16667833" y="30451623"/>
                    <a:ext cx="797686" cy="4735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b="1" i="1">
                                  <a:solidFill>
                                    <a:schemeClr val="accent1"/>
                                  </a:solidFill>
                                  <a:latin typeface="Cambria Math" panose="02040503050406030204" pitchFamily="18" charset="0"/>
                                  <a:cs typeface="Times New Roman" panose="02020603050405020304" pitchFamily="18" charset="0"/>
                                </a:rPr>
                              </m:ctrlPr>
                            </m:sSubPr>
                            <m:e>
                              <m:r>
                                <a:rPr lang="en-US" sz="2800" b="1"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rPr>
                                <m:t>𝝈</m:t>
                              </m:r>
                            </m:e>
                            <m:sub>
                              <m:r>
                                <a:rPr lang="en-US" sz="2800" b="1" i="1">
                                  <a:solidFill>
                                    <a:schemeClr val="accent1"/>
                                  </a:solidFill>
                                  <a:latin typeface="Cambria Math" panose="02040503050406030204" pitchFamily="18" charset="0"/>
                                  <a:cs typeface="Times New Roman" panose="02020603050405020304" pitchFamily="18" charset="0"/>
                                </a:rPr>
                                <m:t>𝒆𝒇𝒇</m:t>
                              </m:r>
                            </m:sub>
                          </m:sSub>
                        </m:oMath>
                      </m:oMathPara>
                    </a14:m>
                    <a:endParaRPr lang="en-US" sz="2800" dirty="0"/>
                  </a:p>
                </p:txBody>
              </p:sp>
            </mc:Choice>
            <mc:Fallback xmlns="">
              <p:sp>
                <p:nvSpPr>
                  <p:cNvPr id="135" name="Rectangle 134">
                    <a:extLst>
                      <a:ext uri="{FF2B5EF4-FFF2-40B4-BE49-F238E27FC236}">
                        <a16:creationId xmlns:a16="http://schemas.microsoft.com/office/drawing/2014/main" id="{87F403E7-727F-436A-80BF-6E9425F9BB2E}"/>
                      </a:ext>
                    </a:extLst>
                  </p:cNvPr>
                  <p:cNvSpPr>
                    <a:spLocks noRot="1" noChangeAspect="1" noMove="1" noResize="1" noEditPoints="1" noAdjustHandles="1" noChangeArrowheads="1" noChangeShapeType="1" noTextEdit="1"/>
                  </p:cNvSpPr>
                  <p:nvPr/>
                </p:nvSpPr>
                <p:spPr>
                  <a:xfrm>
                    <a:off x="16667833" y="30451623"/>
                    <a:ext cx="797686" cy="473502"/>
                  </a:xfrm>
                  <a:prstGeom prst="rect">
                    <a:avLst/>
                  </a:prstGeom>
                  <a:blipFill>
                    <a:blip r:embed="rId22"/>
                    <a:stretch>
                      <a:fillRect/>
                    </a:stretch>
                  </a:blipFill>
                </p:spPr>
                <p:txBody>
                  <a:bodyPr/>
                  <a:lstStyle/>
                  <a:p>
                    <a:r>
                      <a:rPr lang="en-US">
                        <a:noFill/>
                      </a:rPr>
                      <a:t> </a:t>
                    </a:r>
                  </a:p>
                </p:txBody>
              </p:sp>
            </mc:Fallback>
          </mc:AlternateContent>
        </p:grpSp>
        <p:cxnSp>
          <p:nvCxnSpPr>
            <p:cNvPr id="15" name="Straight Arrow Connector 14">
              <a:extLst>
                <a:ext uri="{FF2B5EF4-FFF2-40B4-BE49-F238E27FC236}">
                  <a16:creationId xmlns:a16="http://schemas.microsoft.com/office/drawing/2014/main" id="{47BAACFE-699D-4E24-9E9C-A328DD831D51}"/>
                </a:ext>
              </a:extLst>
            </p:cNvPr>
            <p:cNvCxnSpPr>
              <a:cxnSpLocks/>
            </p:cNvCxnSpPr>
            <p:nvPr/>
          </p:nvCxnSpPr>
          <p:spPr>
            <a:xfrm flipV="1">
              <a:off x="16711254" y="14577590"/>
              <a:ext cx="1485266" cy="52419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C030246-F501-41E0-B5F0-755D51F66531}"/>
                    </a:ext>
                  </a:extLst>
                </p:cNvPr>
                <p:cNvSpPr txBox="1"/>
                <p:nvPr/>
              </p:nvSpPr>
              <p:spPr>
                <a:xfrm rot="20410949">
                  <a:off x="16862132" y="14441219"/>
                  <a:ext cx="1021433" cy="461665"/>
                </a:xfrm>
                <a:prstGeom prst="rect">
                  <a:avLst/>
                </a:prstGeom>
                <a:noFill/>
              </p:spPr>
              <p:txBody>
                <a:bodyPr wrap="none" rtlCol="0">
                  <a:spAutoFit/>
                </a:bodyPr>
                <a:lstStyle/>
                <a:p>
                  <a:pPr algn="l">
                    <a:spcBef>
                      <a:spcPts val="600"/>
                    </a:spcBef>
                  </a:pPr>
                  <a:r>
                    <a:rPr lang="en-US" sz="2400" b="1" dirty="0">
                      <a:solidFill>
                        <a:schemeClr val="accent1"/>
                      </a:solidFill>
                      <a:latin typeface="Times New Roman" panose="02020603050405020304" pitchFamily="18" charset="0"/>
                      <a:cs typeface="Times New Roman" panose="02020603050405020304" pitchFamily="18" charset="0"/>
                    </a:rPr>
                    <a:t>20 </a:t>
                  </a:r>
                  <a14:m>
                    <m:oMath xmlns:m="http://schemas.openxmlformats.org/officeDocument/2006/math">
                      <m:r>
                        <a:rPr lang="en-US" sz="2400" b="1" i="1" smtClean="0">
                          <a:solidFill>
                            <a:schemeClr val="accent1"/>
                          </a:solidFill>
                          <a:latin typeface="Cambria Math" panose="02040503050406030204" pitchFamily="18" charset="0"/>
                          <a:ea typeface="Cambria Math" panose="02040503050406030204" pitchFamily="18" charset="0"/>
                        </a:rPr>
                        <m:t>𝝁</m:t>
                      </m:r>
                    </m:oMath>
                  </a14:m>
                  <a:r>
                    <a:rPr lang="en-US" sz="2400" b="1" dirty="0">
                      <a:solidFill>
                        <a:schemeClr val="accent1"/>
                      </a:solidFill>
                      <a:latin typeface="Times New Roman" panose="02020603050405020304" pitchFamily="18" charset="0"/>
                      <a:cs typeface="Times New Roman" panose="02020603050405020304" pitchFamily="18" charset="0"/>
                    </a:rPr>
                    <a:t>m</a:t>
                  </a:r>
                </a:p>
              </p:txBody>
            </p:sp>
          </mc:Choice>
          <mc:Fallback xmlns="">
            <p:sp>
              <p:nvSpPr>
                <p:cNvPr id="18" name="TextBox 17">
                  <a:extLst>
                    <a:ext uri="{FF2B5EF4-FFF2-40B4-BE49-F238E27FC236}">
                      <a16:creationId xmlns:a16="http://schemas.microsoft.com/office/drawing/2014/main" id="{EC030246-F501-41E0-B5F0-755D51F66531}"/>
                    </a:ext>
                  </a:extLst>
                </p:cNvPr>
                <p:cNvSpPr txBox="1">
                  <a:spLocks noRot="1" noChangeAspect="1" noMove="1" noResize="1" noEditPoints="1" noAdjustHandles="1" noChangeArrowheads="1" noChangeShapeType="1" noTextEdit="1"/>
                </p:cNvSpPr>
                <p:nvPr/>
              </p:nvSpPr>
              <p:spPr>
                <a:xfrm rot="20410949">
                  <a:off x="16862132" y="14441219"/>
                  <a:ext cx="1021433" cy="461665"/>
                </a:xfrm>
                <a:prstGeom prst="rect">
                  <a:avLst/>
                </a:prstGeom>
                <a:blipFill>
                  <a:blip r:embed="rId37"/>
                  <a:stretch>
                    <a:fillRect l="-7727" b="-9211"/>
                  </a:stretch>
                </a:blipFill>
              </p:spPr>
              <p:txBody>
                <a:bodyPr/>
                <a:lstStyle/>
                <a:p>
                  <a:r>
                    <a:rPr lang="en-US">
                      <a:noFill/>
                    </a:rPr>
                    <a:t> </a:t>
                  </a:r>
                </a:p>
              </p:txBody>
            </p:sp>
          </mc:Fallback>
        </mc:AlternateContent>
      </p:grpSp>
      <p:grpSp>
        <p:nvGrpSpPr>
          <p:cNvPr id="22" name="Group 21">
            <a:extLst>
              <a:ext uri="{FF2B5EF4-FFF2-40B4-BE49-F238E27FC236}">
                <a16:creationId xmlns:a16="http://schemas.microsoft.com/office/drawing/2014/main" id="{21AD4FD4-1362-44EA-B3ED-3EF66B841B63}"/>
              </a:ext>
            </a:extLst>
          </p:cNvPr>
          <p:cNvGrpSpPr/>
          <p:nvPr/>
        </p:nvGrpSpPr>
        <p:grpSpPr>
          <a:xfrm>
            <a:off x="2267253" y="20126697"/>
            <a:ext cx="3313728" cy="8018709"/>
            <a:chOff x="-6022333" y="19697667"/>
            <a:chExt cx="3313728" cy="8018709"/>
          </a:xfrm>
        </p:grpSpPr>
        <p:pic>
          <p:nvPicPr>
            <p:cNvPr id="147" name="Picture 146" descr="Structure of nickel foam | Download Scientific Diagram">
              <a:extLst>
                <a:ext uri="{FF2B5EF4-FFF2-40B4-BE49-F238E27FC236}">
                  <a16:creationId xmlns:a16="http://schemas.microsoft.com/office/drawing/2014/main" id="{0F11655C-1907-49DF-974A-FE30F769FB77}"/>
                </a:ext>
              </a:extLst>
            </p:cNvPr>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5848609" y="19697667"/>
              <a:ext cx="3140004" cy="2182827"/>
            </a:xfrm>
            <a:prstGeom prst="rect">
              <a:avLst/>
            </a:prstGeom>
            <a:noFill/>
            <a:ln w="38100">
              <a:noFill/>
            </a:ln>
            <a:extLst>
              <a:ext uri="{909E8E84-426E-40DD-AFC4-6F175D3DCCD1}">
                <a14:hiddenFill xmlns:a14="http://schemas.microsoft.com/office/drawing/2010/main">
                  <a:solidFill>
                    <a:srgbClr val="FFFFFF"/>
                  </a:solidFill>
                </a14:hiddenFill>
              </a:ext>
            </a:extLst>
          </p:spPr>
        </p:pic>
        <p:pic>
          <p:nvPicPr>
            <p:cNvPr id="146" name="Picture 145">
              <a:extLst>
                <a:ext uri="{FF2B5EF4-FFF2-40B4-BE49-F238E27FC236}">
                  <a16:creationId xmlns:a16="http://schemas.microsoft.com/office/drawing/2014/main" id="{87FF08CE-0A95-4BA1-B32B-E22606B4A86F}"/>
                </a:ext>
              </a:extLst>
            </p:cNvPr>
            <p:cNvPicPr>
              <a:picLocks noChangeAspect="1"/>
            </p:cNvPicPr>
            <p:nvPr/>
          </p:nvPicPr>
          <p:blipFill rotWithShape="1">
            <a:blip r:embed="rId39"/>
            <a:srcRect t="32152" r="66276" b="2197"/>
            <a:stretch/>
          </p:blipFill>
          <p:spPr>
            <a:xfrm>
              <a:off x="-5953759" y="22385212"/>
              <a:ext cx="2406652" cy="2264229"/>
            </a:xfrm>
            <a:prstGeom prst="rect">
              <a:avLst/>
            </a:prstGeom>
          </p:spPr>
        </p:pic>
        <p:sp>
          <p:nvSpPr>
            <p:cNvPr id="21" name="Oval 20">
              <a:extLst>
                <a:ext uri="{FF2B5EF4-FFF2-40B4-BE49-F238E27FC236}">
                  <a16:creationId xmlns:a16="http://schemas.microsoft.com/office/drawing/2014/main" id="{C0F11555-6A2F-46B7-BF93-80ADDDBC0A44}"/>
                </a:ext>
              </a:extLst>
            </p:cNvPr>
            <p:cNvSpPr/>
            <p:nvPr/>
          </p:nvSpPr>
          <p:spPr>
            <a:xfrm>
              <a:off x="-5962164" y="22195456"/>
              <a:ext cx="2561041" cy="2481668"/>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dirty="0" err="1"/>
            </a:p>
          </p:txBody>
        </p:sp>
        <p:sp>
          <p:nvSpPr>
            <p:cNvPr id="149" name="Oval 148">
              <a:extLst>
                <a:ext uri="{FF2B5EF4-FFF2-40B4-BE49-F238E27FC236}">
                  <a16:creationId xmlns:a16="http://schemas.microsoft.com/office/drawing/2014/main" id="{C86AE4CA-93B0-4318-801C-746E9EA9450F}"/>
                </a:ext>
              </a:extLst>
            </p:cNvPr>
            <p:cNvSpPr/>
            <p:nvPr/>
          </p:nvSpPr>
          <p:spPr>
            <a:xfrm>
              <a:off x="-3891610" y="20938990"/>
              <a:ext cx="450509" cy="450509"/>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dirty="0" err="1"/>
            </a:p>
          </p:txBody>
        </p:sp>
        <p:cxnSp>
          <p:nvCxnSpPr>
            <p:cNvPr id="23" name="Straight Connector 22">
              <a:extLst>
                <a:ext uri="{FF2B5EF4-FFF2-40B4-BE49-F238E27FC236}">
                  <a16:creationId xmlns:a16="http://schemas.microsoft.com/office/drawing/2014/main" id="{0E36A310-4B46-46DC-A3DD-49D4E4C0895E}"/>
                </a:ext>
              </a:extLst>
            </p:cNvPr>
            <p:cNvCxnSpPr>
              <a:cxnSpLocks/>
              <a:stCxn id="149" idx="2"/>
              <a:endCxn id="21" idx="0"/>
            </p:cNvCxnSpPr>
            <p:nvPr/>
          </p:nvCxnSpPr>
          <p:spPr>
            <a:xfrm flipH="1">
              <a:off x="-4681643" y="21164245"/>
              <a:ext cx="790033" cy="103121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650B8097-10D3-4D3D-9244-C23336B082D0}"/>
                </a:ext>
              </a:extLst>
            </p:cNvPr>
            <p:cNvCxnSpPr>
              <a:cxnSpLocks/>
              <a:stCxn id="149" idx="5"/>
              <a:endCxn id="21" idx="7"/>
            </p:cNvCxnSpPr>
            <p:nvPr/>
          </p:nvCxnSpPr>
          <p:spPr>
            <a:xfrm flipH="1">
              <a:off x="-3776179" y="21323523"/>
              <a:ext cx="269102" cy="1235365"/>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1F4F786F-DD5A-4CE3-AAA8-57D6D2806108}"/>
                </a:ext>
              </a:extLst>
            </p:cNvPr>
            <p:cNvPicPr>
              <a:picLocks noChangeAspect="1"/>
            </p:cNvPicPr>
            <p:nvPr/>
          </p:nvPicPr>
          <p:blipFill>
            <a:blip r:embed="rId40"/>
            <a:stretch>
              <a:fillRect/>
            </a:stretch>
          </p:blipFill>
          <p:spPr>
            <a:xfrm>
              <a:off x="-5798726" y="25138327"/>
              <a:ext cx="2236516" cy="1949627"/>
            </a:xfrm>
            <a:prstGeom prst="rect">
              <a:avLst/>
            </a:prstGeom>
          </p:spPr>
        </p:pic>
        <p:sp>
          <p:nvSpPr>
            <p:cNvPr id="152" name="Oval 151">
              <a:extLst>
                <a:ext uri="{FF2B5EF4-FFF2-40B4-BE49-F238E27FC236}">
                  <a16:creationId xmlns:a16="http://schemas.microsoft.com/office/drawing/2014/main" id="{AD47DE04-8939-4A40-8EE9-B357F1DCD9D0}"/>
                </a:ext>
              </a:extLst>
            </p:cNvPr>
            <p:cNvSpPr/>
            <p:nvPr/>
          </p:nvSpPr>
          <p:spPr>
            <a:xfrm>
              <a:off x="-5929182" y="24963915"/>
              <a:ext cx="2561041" cy="2433116"/>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dirty="0" err="1"/>
            </a:p>
          </p:txBody>
        </p:sp>
        <p:sp>
          <p:nvSpPr>
            <p:cNvPr id="32" name="TextBox 31">
              <a:extLst>
                <a:ext uri="{FF2B5EF4-FFF2-40B4-BE49-F238E27FC236}">
                  <a16:creationId xmlns:a16="http://schemas.microsoft.com/office/drawing/2014/main" id="{5D3126D0-D7A6-4422-8863-8BB7CF4875A8}"/>
                </a:ext>
              </a:extLst>
            </p:cNvPr>
            <p:cNvSpPr txBox="1"/>
            <p:nvPr/>
          </p:nvSpPr>
          <p:spPr>
            <a:xfrm>
              <a:off x="-5885727" y="27316266"/>
              <a:ext cx="1132041" cy="400110"/>
            </a:xfrm>
            <a:prstGeom prst="rect">
              <a:avLst/>
            </a:prstGeom>
            <a:noFill/>
          </p:spPr>
          <p:txBody>
            <a:bodyPr wrap="none" rtlCol="0">
              <a:spAutoFit/>
            </a:bodyPr>
            <a:lstStyle/>
            <a:p>
              <a:pPr algn="l">
                <a:spcBef>
                  <a:spcPts val="600"/>
                </a:spcBef>
              </a:pPr>
              <a:r>
                <a:rPr lang="en-US" sz="2000" b="1" dirty="0">
                  <a:latin typeface="Times New Roman" panose="02020603050405020304" pitchFamily="18" charset="0"/>
                  <a:cs typeface="Times New Roman" panose="02020603050405020304" pitchFamily="18" charset="0"/>
                </a:rPr>
                <a:t>3D mesh</a:t>
              </a:r>
            </a:p>
          </p:txBody>
        </p:sp>
        <p:sp>
          <p:nvSpPr>
            <p:cNvPr id="153" name="TextBox 152">
              <a:extLst>
                <a:ext uri="{FF2B5EF4-FFF2-40B4-BE49-F238E27FC236}">
                  <a16:creationId xmlns:a16="http://schemas.microsoft.com/office/drawing/2014/main" id="{54B4BB6D-6E88-4008-B0FD-33D1EE91ACC1}"/>
                </a:ext>
              </a:extLst>
            </p:cNvPr>
            <p:cNvSpPr txBox="1"/>
            <p:nvPr/>
          </p:nvSpPr>
          <p:spPr>
            <a:xfrm>
              <a:off x="-6022333" y="24583671"/>
              <a:ext cx="3313728" cy="400110"/>
            </a:xfrm>
            <a:prstGeom prst="rect">
              <a:avLst/>
            </a:prstGeom>
            <a:noFill/>
          </p:spPr>
          <p:txBody>
            <a:bodyPr wrap="none" rtlCol="0">
              <a:spAutoFit/>
            </a:bodyPr>
            <a:lstStyle/>
            <a:p>
              <a:pPr algn="l">
                <a:spcBef>
                  <a:spcPts val="600"/>
                </a:spcBef>
              </a:pPr>
              <a:r>
                <a:rPr lang="en-US" sz="2000" b="1" dirty="0">
                  <a:latin typeface="Times New Roman" panose="02020603050405020304" pitchFamily="18" charset="0"/>
                  <a:cs typeface="Times New Roman" panose="02020603050405020304" pitchFamily="18" charset="0"/>
                </a:rPr>
                <a:t>One ligament of Nickel foam</a:t>
              </a:r>
            </a:p>
          </p:txBody>
        </p:sp>
        <p:sp>
          <p:nvSpPr>
            <p:cNvPr id="154" name="TextBox 153">
              <a:extLst>
                <a:ext uri="{FF2B5EF4-FFF2-40B4-BE49-F238E27FC236}">
                  <a16:creationId xmlns:a16="http://schemas.microsoft.com/office/drawing/2014/main" id="{0A6EFA2B-3D75-4011-BBA3-4E971C2C5F7D}"/>
                </a:ext>
              </a:extLst>
            </p:cNvPr>
            <p:cNvSpPr txBox="1"/>
            <p:nvPr/>
          </p:nvSpPr>
          <p:spPr>
            <a:xfrm>
              <a:off x="-5948966" y="21803655"/>
              <a:ext cx="1459054" cy="400110"/>
            </a:xfrm>
            <a:prstGeom prst="rect">
              <a:avLst/>
            </a:prstGeom>
            <a:noFill/>
          </p:spPr>
          <p:txBody>
            <a:bodyPr wrap="none" rtlCol="0">
              <a:spAutoFit/>
            </a:bodyPr>
            <a:lstStyle/>
            <a:p>
              <a:pPr algn="l">
                <a:spcBef>
                  <a:spcPts val="600"/>
                </a:spcBef>
              </a:pPr>
              <a:r>
                <a:rPr lang="en-US" sz="2000" b="1" dirty="0">
                  <a:latin typeface="Times New Roman" panose="02020603050405020304" pitchFamily="18" charset="0"/>
                  <a:cs typeface="Times New Roman" panose="02020603050405020304" pitchFamily="18" charset="0"/>
                </a:rPr>
                <a:t>SEM image</a:t>
              </a:r>
            </a:p>
          </p:txBody>
        </p:sp>
      </p:grpSp>
      <p:sp>
        <p:nvSpPr>
          <p:cNvPr id="3" name="Rectangle 2">
            <a:extLst>
              <a:ext uri="{FF2B5EF4-FFF2-40B4-BE49-F238E27FC236}">
                <a16:creationId xmlns:a16="http://schemas.microsoft.com/office/drawing/2014/main" id="{41663B58-4380-494E-A2A4-760F32475D9F}"/>
              </a:ext>
            </a:extLst>
          </p:cNvPr>
          <p:cNvSpPr/>
          <p:nvPr/>
        </p:nvSpPr>
        <p:spPr>
          <a:xfrm>
            <a:off x="26184951" y="3395727"/>
            <a:ext cx="1067921" cy="646331"/>
          </a:xfrm>
          <a:prstGeom prst="rect">
            <a:avLst/>
          </a:prstGeom>
        </p:spPr>
        <p:txBody>
          <a:bodyPr wrap="none">
            <a:spAutoFit/>
          </a:bodyPr>
          <a:lstStyle/>
          <a:p>
            <a:r>
              <a:rPr lang="en-US" sz="360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ID46</a:t>
            </a:r>
            <a:endParaRPr lang="en-US" sz="3600" b="1" dirty="0">
              <a:solidFill>
                <a:schemeClr val="bg1"/>
              </a:solidFill>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123C7C0-92FF-4B74-BB42-D1C9A4AA16F7}"/>
                  </a:ext>
                </a:extLst>
              </p:cNvPr>
              <p:cNvSpPr txBox="1"/>
              <p:nvPr/>
            </p:nvSpPr>
            <p:spPr>
              <a:xfrm>
                <a:off x="2345672" y="5864726"/>
                <a:ext cx="10879728" cy="27439435"/>
              </a:xfrm>
              <a:prstGeom prst="rect">
                <a:avLst/>
              </a:prstGeom>
              <a:noFill/>
            </p:spPr>
            <p:txBody>
              <a:bodyPr wrap="square" rtlCol="0">
                <a:spAutoFit/>
              </a:bodyPr>
              <a:lstStyle/>
              <a:p>
                <a:pPr marL="457200" indent="-457200">
                  <a:buFont typeface="Arial" panose="020B0604020202020204" pitchFamily="34" charset="0"/>
                  <a:buChar char="•"/>
                </a:pPr>
                <a:r>
                  <a:rPr lang="nl-NL" sz="3200" b="1" dirty="0" err="1">
                    <a:latin typeface="Times New Roman" panose="02020603050405020304" pitchFamily="18" charset="0"/>
                    <a:cs typeface="Times New Roman" panose="02020603050405020304" pitchFamily="18" charset="0"/>
                  </a:rPr>
                  <a:t>Introduction</a:t>
                </a:r>
                <a:endParaRPr lang="nl-NL" sz="3200" b="1"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In terms of current density, Gas diffusion electrodes (GDEs) be able to deliver orders of magnitude higher current densities than conventional electrodes for CO2 </a:t>
                </a:r>
                <a:r>
                  <a:rPr lang="en-US" sz="2400" b="1" dirty="0" err="1">
                    <a:latin typeface="Times New Roman" panose="02020603050405020304" pitchFamily="18" charset="0"/>
                    <a:cs typeface="Times New Roman" panose="02020603050405020304" pitchFamily="18" charset="0"/>
                  </a:rPr>
                  <a:t>electrolyzer</a:t>
                </a:r>
                <a:r>
                  <a:rPr lang="en-US" sz="2400" b="1" dirty="0">
                    <a:latin typeface="Times New Roman" panose="02020603050405020304" pitchFamily="18" charset="0"/>
                    <a:cs typeface="Times New Roman" panose="02020603050405020304" pitchFamily="18" charset="0"/>
                  </a:rPr>
                  <a:t> </a:t>
                </a:r>
                <a:r>
                  <a:rPr lang="en-US" sz="2400" b="1" dirty="0">
                    <a:solidFill>
                      <a:srgbClr val="00B0F0"/>
                    </a:solidFill>
                    <a:latin typeface="Times New Roman" panose="02020603050405020304" pitchFamily="18" charset="0"/>
                    <a:cs typeface="Times New Roman" panose="02020603050405020304" pitchFamily="18" charset="0"/>
                  </a:rPr>
                  <a:t>[1]</a:t>
                </a:r>
                <a:r>
                  <a:rPr lang="en-US" sz="2400" b="1" dirty="0">
                    <a:latin typeface="Times New Roman" panose="02020603050405020304" pitchFamily="18" charset="0"/>
                    <a:cs typeface="Times New Roman" panose="02020603050405020304" pitchFamily="18" charset="0"/>
                  </a:rPr>
                  <a:t>. The microstructure of an insulating fluid and carbon particles are complex, making it more difficult to predict its properties </a:t>
                </a:r>
                <a:r>
                  <a:rPr lang="en-US" sz="2400" b="1" dirty="0">
                    <a:solidFill>
                      <a:srgbClr val="00B0F0"/>
                    </a:solidFill>
                    <a:latin typeface="Times New Roman" panose="02020603050405020304" pitchFamily="18" charset="0"/>
                    <a:cs typeface="Times New Roman" panose="02020603050405020304" pitchFamily="18" charset="0"/>
                  </a:rPr>
                  <a:t>[2]</a:t>
                </a:r>
                <a:r>
                  <a:rPr lang="en-US" sz="2400" b="1" dirty="0">
                    <a:latin typeface="Times New Roman" panose="02020603050405020304" pitchFamily="18" charset="0"/>
                    <a:cs typeface="Times New Roman" panose="02020603050405020304" pitchFamily="18" charset="0"/>
                  </a:rPr>
                  <a:t>. The improving configurations of the porous electrode can strongly influence the mass transfer in this Multiphysics system. </a:t>
                </a:r>
              </a:p>
              <a:p>
                <a:pPr algn="just"/>
                <a:endParaRPr lang="en-US" sz="2400" b="1"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Aim of this work</a:t>
                </a:r>
              </a:p>
              <a:p>
                <a:pPr algn="just"/>
                <a:r>
                  <a:rPr lang="en-US" sz="2400" b="1" dirty="0">
                    <a:latin typeface="Times New Roman" panose="02020603050405020304" pitchFamily="18" charset="0"/>
                    <a:cs typeface="Times New Roman" panose="02020603050405020304" pitchFamily="18" charset="0"/>
                  </a:rPr>
                  <a:t>The determination of the effective properties of a GDE microstructure seems very important in the characterization, design, and manufacturing of GDE. In this research, a numerical homogenization technique was used to determine the effective properties of GDE. Thus, 3 different 3D numerical models of representative volume elements with different volume fractions have been generated and studied. The influence volume fraction of carbon particles is examined on the effective electrical conductivity, and experimental and analytical estimations for Nickel foam were also used to compare their results with those of the numerical method.</a:t>
                </a:r>
              </a:p>
              <a:p>
                <a:pPr algn="just">
                  <a:lnSpc>
                    <a:spcPct val="120000"/>
                  </a:lnSpc>
                </a:pPr>
                <a:endParaRPr lang="en-US" sz="2400" b="1"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Methodology</a:t>
                </a:r>
              </a:p>
              <a:p>
                <a:pPr algn="just"/>
                <a:r>
                  <a:rPr lang="en-US" sz="2400" b="1" dirty="0">
                    <a:latin typeface="Times New Roman" panose="02020603050405020304" pitchFamily="18" charset="0"/>
                    <a:cs typeface="Times New Roman" panose="02020603050405020304" pitchFamily="18" charset="0"/>
                  </a:rPr>
                  <a:t>After generating the models, the commercial FE COMSOL Multiphysics is used for the simulations, see the computing process (right), governing equations for each physics separately presented as follows:</a:t>
                </a:r>
              </a:p>
              <a:p>
                <a:pPr algn="just"/>
                <a:endParaRPr lang="en-US" sz="1200" b="1"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Equations:</a:t>
                </a:r>
              </a:p>
              <a:p>
                <a:pPr algn="just"/>
                <a:r>
                  <a:rPr lang="en-US" sz="2400" b="1" dirty="0">
                    <a:latin typeface="Times New Roman" panose="02020603050405020304" pitchFamily="18" charset="0"/>
                    <a:cs typeface="Times New Roman" panose="02020603050405020304" pitchFamily="18" charset="0"/>
                  </a:rPr>
                  <a:t>        Fluid dynamics: </a:t>
                </a:r>
              </a:p>
              <a:p>
                <a:pPr algn="just"/>
                <a:r>
                  <a:rPr lang="en-US" sz="2000" b="1" dirty="0">
                    <a:latin typeface="Times New Roman" panose="02020603050405020304" pitchFamily="18" charset="0"/>
                    <a:cs typeface="Times New Roman" panose="02020603050405020304" pitchFamily="18" charset="0"/>
                  </a:rPr>
                  <a:t>          Continuity:</a:t>
                </a:r>
                <a14:m>
                  <m:oMath xmlns:m="http://schemas.openxmlformats.org/officeDocument/2006/math">
                    <m:r>
                      <a:rPr lang="en-US" sz="2400" b="1" i="1">
                        <a:latin typeface="Cambria Math" panose="02040503050406030204" pitchFamily="18" charset="0"/>
                        <a:ea typeface="Cambria Math" panose="02040503050406030204" pitchFamily="18" charset="0"/>
                        <a:cs typeface="Times New Roman" panose="02020603050405020304" pitchFamily="18" charset="0"/>
                      </a:rPr>
                      <m:t>𝝆</m:t>
                    </m:r>
                    <m:r>
                      <a:rPr lang="en-US" sz="2400" b="1" i="1">
                        <a:latin typeface="Cambria Math" panose="02040503050406030204" pitchFamily="18" charset="0"/>
                        <a:ea typeface="Cambria Math" panose="02040503050406030204" pitchFamily="18" charset="0"/>
                        <a:cs typeface="Times New Roman" panose="02020603050405020304" pitchFamily="18" charset="0"/>
                      </a:rPr>
                      <m:t>𝛁</m:t>
                    </m:r>
                    <m:r>
                      <a:rPr lang="en-US" sz="2400" b="1" i="1">
                        <a:latin typeface="Cambria Math" panose="02040503050406030204" pitchFamily="18" charset="0"/>
                        <a:ea typeface="Cambria Math" panose="02040503050406030204" pitchFamily="18" charset="0"/>
                        <a:cs typeface="Times New Roman" panose="02020603050405020304" pitchFamily="18" charset="0"/>
                      </a:rPr>
                      <m:t>.</m:t>
                    </m:r>
                    <m:r>
                      <a:rPr lang="en-US" sz="2400" b="1" i="1">
                        <a:latin typeface="Cambria Math" panose="02040503050406030204" pitchFamily="18" charset="0"/>
                        <a:ea typeface="Cambria Math" panose="02040503050406030204" pitchFamily="18" charset="0"/>
                        <a:cs typeface="Times New Roman" panose="02020603050405020304" pitchFamily="18" charset="0"/>
                      </a:rPr>
                      <m:t>𝒖</m:t>
                    </m:r>
                    <m:r>
                      <a:rPr lang="en-US" sz="2400" b="1" i="1">
                        <a:latin typeface="Cambria Math" panose="02040503050406030204" pitchFamily="18" charset="0"/>
                        <a:ea typeface="Cambria Math" panose="02040503050406030204" pitchFamily="18" charset="0"/>
                        <a:cs typeface="Times New Roman" panose="02020603050405020304" pitchFamily="18" charset="0"/>
                      </a:rPr>
                      <m:t>=</m:t>
                    </m:r>
                    <m:r>
                      <a:rPr lang="en-US" sz="2400" b="1" i="1">
                        <a:latin typeface="Cambria Math" panose="02040503050406030204" pitchFamily="18" charset="0"/>
                        <a:ea typeface="Cambria Math" panose="02040503050406030204" pitchFamily="18" charset="0"/>
                        <a:cs typeface="Times New Roman" panose="02020603050405020304" pitchFamily="18" charset="0"/>
                      </a:rPr>
                      <m:t>𝟎</m:t>
                    </m:r>
                  </m:oMath>
                </a14:m>
                <a:r>
                  <a:rPr lang="en-US" sz="2400" b="1" dirty="0">
                    <a:latin typeface="Times New Roman" panose="02020603050405020304" pitchFamily="18" charset="0"/>
                    <a:cs typeface="Times New Roman" panose="02020603050405020304" pitchFamily="18" charset="0"/>
                  </a:rPr>
                  <a:t> ; </a:t>
                </a:r>
                <a:r>
                  <a:rPr lang="en-US" sz="2000" b="1" dirty="0">
                    <a:latin typeface="Times New Roman" panose="02020603050405020304" pitchFamily="18" charset="0"/>
                    <a:cs typeface="Times New Roman" panose="02020603050405020304" pitchFamily="18" charset="0"/>
                  </a:rPr>
                  <a:t>Momentum:</a:t>
                </a:r>
                <a:r>
                  <a:rPr lang="en-US" sz="2400" b="1" dirty="0">
                    <a:ea typeface="Cambria Math" panose="02040503050406030204" pitchFamily="18" charset="0"/>
                    <a:cs typeface="Times New Roman" panose="02020603050405020304" pitchFamily="18" charset="0"/>
                  </a:rPr>
                  <a:t> </a:t>
                </a:r>
                <a14:m>
                  <m:oMath xmlns:m="http://schemas.openxmlformats.org/officeDocument/2006/math">
                    <m:r>
                      <a:rPr lang="en-US" sz="2400" b="1" i="1">
                        <a:latin typeface="Cambria Math" panose="02040503050406030204" pitchFamily="18" charset="0"/>
                        <a:ea typeface="Cambria Math" panose="02040503050406030204" pitchFamily="18" charset="0"/>
                        <a:cs typeface="Times New Roman" panose="02020603050405020304" pitchFamily="18" charset="0"/>
                      </a:rPr>
                      <m:t>𝝆</m:t>
                    </m:r>
                    <m:d>
                      <m:dPr>
                        <m:ctrlPr>
                          <a:rPr lang="en-US" sz="2400" b="1" i="1">
                            <a:latin typeface="Cambria Math" panose="02040503050406030204" pitchFamily="18" charset="0"/>
                            <a:ea typeface="Cambria Math" panose="02040503050406030204" pitchFamily="18" charset="0"/>
                            <a:cs typeface="Times New Roman" panose="02020603050405020304" pitchFamily="18" charset="0"/>
                          </a:rPr>
                        </m:ctrlPr>
                      </m:dPr>
                      <m:e>
                        <m:r>
                          <a:rPr lang="en-US" sz="2400" b="1" i="1">
                            <a:latin typeface="Cambria Math" panose="02040503050406030204" pitchFamily="18" charset="0"/>
                            <a:ea typeface="Cambria Math" panose="02040503050406030204" pitchFamily="18" charset="0"/>
                            <a:cs typeface="Times New Roman" panose="02020603050405020304" pitchFamily="18" charset="0"/>
                          </a:rPr>
                          <m:t>𝒖</m:t>
                        </m:r>
                        <m:r>
                          <a:rPr lang="en-US" sz="2400" b="1" i="1">
                            <a:latin typeface="Cambria Math" panose="02040503050406030204" pitchFamily="18" charset="0"/>
                            <a:ea typeface="Cambria Math" panose="02040503050406030204" pitchFamily="18" charset="0"/>
                            <a:cs typeface="Times New Roman" panose="02020603050405020304" pitchFamily="18" charset="0"/>
                          </a:rPr>
                          <m:t>.</m:t>
                        </m:r>
                        <m:r>
                          <a:rPr lang="en-US" sz="2400" b="1" i="1">
                            <a:latin typeface="Cambria Math" panose="02040503050406030204" pitchFamily="18" charset="0"/>
                            <a:ea typeface="Cambria Math" panose="02040503050406030204" pitchFamily="18" charset="0"/>
                            <a:cs typeface="Times New Roman" panose="02020603050405020304" pitchFamily="18" charset="0"/>
                          </a:rPr>
                          <m:t>𝛁</m:t>
                        </m:r>
                      </m:e>
                    </m:d>
                    <m:r>
                      <a:rPr lang="en-US" sz="2400" b="1" i="1">
                        <a:latin typeface="Cambria Math" panose="02040503050406030204" pitchFamily="18" charset="0"/>
                        <a:ea typeface="Cambria Math" panose="02040503050406030204" pitchFamily="18" charset="0"/>
                        <a:cs typeface="Times New Roman" panose="02020603050405020304" pitchFamily="18" charset="0"/>
                      </a:rPr>
                      <m:t>𝒖</m:t>
                    </m:r>
                    <m:r>
                      <a:rPr lang="en-US" sz="2400" b="1" i="1">
                        <a:latin typeface="Cambria Math" panose="02040503050406030204" pitchFamily="18" charset="0"/>
                        <a:ea typeface="Cambria Math" panose="02040503050406030204" pitchFamily="18" charset="0"/>
                        <a:cs typeface="Times New Roman" panose="02020603050405020304" pitchFamily="18" charset="0"/>
                      </a:rPr>
                      <m:t>=</m:t>
                    </m:r>
                    <m:r>
                      <a:rPr lang="en-US" sz="2400" b="1" i="1">
                        <a:latin typeface="Cambria Math" panose="02040503050406030204" pitchFamily="18" charset="0"/>
                        <a:ea typeface="Cambria Math" panose="02040503050406030204" pitchFamily="18" charset="0"/>
                        <a:cs typeface="Times New Roman" panose="02020603050405020304" pitchFamily="18" charset="0"/>
                      </a:rPr>
                      <m:t>𝛁</m:t>
                    </m:r>
                    <m:r>
                      <a:rPr lang="en-US" sz="2400" b="1" i="1">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sz="2400" b="1" i="1">
                            <a:latin typeface="Cambria Math" panose="02040503050406030204" pitchFamily="18" charset="0"/>
                            <a:ea typeface="Cambria Math" panose="02040503050406030204" pitchFamily="18" charset="0"/>
                            <a:cs typeface="Times New Roman" panose="02020603050405020304" pitchFamily="18" charset="0"/>
                          </a:rPr>
                        </m:ctrlPr>
                      </m:dPr>
                      <m:e>
                        <m:r>
                          <a:rPr lang="en-US" sz="2400" b="1" i="1">
                            <a:latin typeface="Cambria Math" panose="02040503050406030204" pitchFamily="18" charset="0"/>
                            <a:ea typeface="Cambria Math" panose="02040503050406030204" pitchFamily="18" charset="0"/>
                            <a:cs typeface="Times New Roman" panose="02020603050405020304" pitchFamily="18" charset="0"/>
                          </a:rPr>
                          <m:t>𝑷𝑰</m:t>
                        </m:r>
                        <m:r>
                          <a:rPr lang="en-US" sz="2400" b="1" i="1">
                            <a:latin typeface="Cambria Math" panose="02040503050406030204" pitchFamily="18" charset="0"/>
                            <a:ea typeface="Cambria Math" panose="02040503050406030204" pitchFamily="18" charset="0"/>
                            <a:cs typeface="Times New Roman" panose="02020603050405020304" pitchFamily="18" charset="0"/>
                          </a:rPr>
                          <m:t>+</m:t>
                        </m:r>
                        <m:r>
                          <a:rPr lang="en-US" sz="2400" b="1" i="1">
                            <a:latin typeface="Cambria Math" panose="02040503050406030204" pitchFamily="18" charset="0"/>
                            <a:ea typeface="Cambria Math" panose="02040503050406030204" pitchFamily="18" charset="0"/>
                            <a:cs typeface="Times New Roman" panose="02020603050405020304" pitchFamily="18" charset="0"/>
                          </a:rPr>
                          <m:t>𝒌</m:t>
                        </m:r>
                      </m:e>
                    </m:d>
                    <m:r>
                      <a:rPr lang="en-US" sz="2400" b="1" i="1">
                        <a:latin typeface="Cambria Math" panose="02040503050406030204" pitchFamily="18" charset="0"/>
                        <a:ea typeface="Cambria Math" panose="02040503050406030204" pitchFamily="18" charset="0"/>
                        <a:cs typeface="Times New Roman" panose="02020603050405020304" pitchFamily="18" charset="0"/>
                      </a:rPr>
                      <m:t>+</m:t>
                    </m:r>
                    <m:r>
                      <a:rPr lang="en-US" sz="2400" b="1" i="1">
                        <a:latin typeface="Cambria Math" panose="02040503050406030204" pitchFamily="18" charset="0"/>
                        <a:ea typeface="Cambria Math" panose="02040503050406030204" pitchFamily="18" charset="0"/>
                        <a:cs typeface="Times New Roman" panose="02020603050405020304" pitchFamily="18" charset="0"/>
                      </a:rPr>
                      <m:t>𝑭</m:t>
                    </m:r>
                  </m:oMath>
                </a14:m>
                <a:endParaRPr lang="en-US" sz="2400" b="1" dirty="0">
                  <a:ea typeface="Cambria Math" panose="020405030504060302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         Electric current: </a:t>
                </a:r>
              </a:p>
              <a:p>
                <a:pPr algn="just"/>
                <a14:m>
                  <m:oMath xmlns:m="http://schemas.openxmlformats.org/officeDocument/2006/math">
                    <m:r>
                      <a:rPr lang="en-US" sz="2400" b="1" i="1">
                        <a:latin typeface="Cambria Math" panose="02040503050406030204" pitchFamily="18" charset="0"/>
                        <a:ea typeface="Cambria Math" panose="02040503050406030204" pitchFamily="18" charset="0"/>
                        <a:cs typeface="Times New Roman" panose="02020603050405020304" pitchFamily="18" charset="0"/>
                      </a:rPr>
                      <m:t>           </m:t>
                    </m:r>
                    <m:r>
                      <a:rPr lang="en-US" sz="2400" b="1" i="1">
                        <a:latin typeface="Cambria Math" panose="02040503050406030204" pitchFamily="18" charset="0"/>
                        <a:ea typeface="Cambria Math" panose="02040503050406030204" pitchFamily="18" charset="0"/>
                        <a:cs typeface="Times New Roman" panose="02020603050405020304" pitchFamily="18" charset="0"/>
                      </a:rPr>
                      <m:t>𝛁</m:t>
                    </m:r>
                    <m:r>
                      <a:rPr lang="en-US" sz="2400" b="1" i="1">
                        <a:latin typeface="Cambria Math" panose="02040503050406030204" pitchFamily="18" charset="0"/>
                        <a:ea typeface="Cambria Math" panose="02040503050406030204" pitchFamily="18" charset="0"/>
                        <a:cs typeface="Times New Roman" panose="02020603050405020304" pitchFamily="18" charset="0"/>
                      </a:rPr>
                      <m:t>.</m:t>
                    </m:r>
                    <m:r>
                      <a:rPr lang="en-US" sz="2400" b="1" i="1">
                        <a:latin typeface="Cambria Math" panose="02040503050406030204" pitchFamily="18" charset="0"/>
                        <a:ea typeface="Cambria Math" panose="02040503050406030204" pitchFamily="18" charset="0"/>
                        <a:cs typeface="Times New Roman" panose="02020603050405020304" pitchFamily="18" charset="0"/>
                      </a:rPr>
                      <m:t>𝑱</m:t>
                    </m:r>
                    <m:r>
                      <a:rPr lang="en-US" sz="2400" b="1"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4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1" i="1">
                            <a:latin typeface="Cambria Math" panose="02040503050406030204" pitchFamily="18" charset="0"/>
                            <a:ea typeface="Cambria Math" panose="02040503050406030204" pitchFamily="18" charset="0"/>
                            <a:cs typeface="Times New Roman" panose="02020603050405020304" pitchFamily="18" charset="0"/>
                          </a:rPr>
                          <m:t>𝑸</m:t>
                        </m:r>
                      </m:e>
                      <m:sub>
                        <m:r>
                          <a:rPr lang="en-US" sz="2400" b="1" i="1">
                            <a:latin typeface="Cambria Math" panose="02040503050406030204" pitchFamily="18" charset="0"/>
                            <a:ea typeface="Cambria Math" panose="02040503050406030204" pitchFamily="18" charset="0"/>
                            <a:cs typeface="Times New Roman" panose="02020603050405020304" pitchFamily="18" charset="0"/>
                          </a:rPr>
                          <m:t>𝒋</m:t>
                        </m:r>
                        <m:r>
                          <a:rPr lang="en-US" sz="2400" b="1" i="1">
                            <a:latin typeface="Cambria Math" panose="02040503050406030204" pitchFamily="18" charset="0"/>
                            <a:ea typeface="Cambria Math" panose="02040503050406030204" pitchFamily="18" charset="0"/>
                            <a:cs typeface="Times New Roman" panose="02020603050405020304" pitchFamily="18" charset="0"/>
                          </a:rPr>
                          <m:t>,</m:t>
                        </m:r>
                        <m:r>
                          <a:rPr lang="en-US" sz="2400" b="1" i="1">
                            <a:latin typeface="Cambria Math" panose="02040503050406030204" pitchFamily="18" charset="0"/>
                            <a:ea typeface="Cambria Math" panose="02040503050406030204" pitchFamily="18" charset="0"/>
                            <a:cs typeface="Times New Roman" panose="02020603050405020304" pitchFamily="18" charset="0"/>
                          </a:rPr>
                          <m:t>𝒗</m:t>
                        </m:r>
                      </m:sub>
                    </m:sSub>
                  </m:oMath>
                </a14:m>
                <a:r>
                  <a:rPr lang="en-US" sz="2400" b="1" dirty="0">
                    <a:latin typeface="Times New Roman" panose="02020603050405020304" pitchFamily="18" charset="0"/>
                    <a:cs typeface="Times New Roman" panose="02020603050405020304" pitchFamily="18" charset="0"/>
                  </a:rPr>
                  <a:t> ; </a:t>
                </a:r>
                <a14:m>
                  <m:oMath xmlns:m="http://schemas.openxmlformats.org/officeDocument/2006/math">
                    <m:r>
                      <a:rPr lang="en-US" sz="2400" b="1">
                        <a:latin typeface="Cambria Math" panose="02040503050406030204" pitchFamily="18" charset="0"/>
                        <a:ea typeface="Cambria Math" panose="02040503050406030204" pitchFamily="18" charset="0"/>
                        <a:cs typeface="Times New Roman" panose="02020603050405020304" pitchFamily="18" charset="0"/>
                      </a:rPr>
                      <m:t> </m:t>
                    </m:r>
                    <m:r>
                      <a:rPr lang="en-US" sz="2400" b="1">
                        <a:latin typeface="Cambria Math" panose="02040503050406030204" pitchFamily="18" charset="0"/>
                        <a:ea typeface="Cambria Math" panose="02040503050406030204" pitchFamily="18" charset="0"/>
                        <a:cs typeface="Times New Roman" panose="02020603050405020304" pitchFamily="18" charset="0"/>
                      </a:rPr>
                      <m:t>𝐉</m:t>
                    </m:r>
                    <m:r>
                      <a:rPr lang="en-US" sz="2400" b="1">
                        <a:latin typeface="Cambria Math" panose="02040503050406030204" pitchFamily="18" charset="0"/>
                        <a:ea typeface="Cambria Math" panose="02040503050406030204" pitchFamily="18" charset="0"/>
                        <a:cs typeface="Times New Roman" panose="02020603050405020304" pitchFamily="18" charset="0"/>
                      </a:rPr>
                      <m:t>=</m:t>
                    </m:r>
                    <m:r>
                      <a:rPr lang="en-US" sz="2400" b="1" i="1">
                        <a:latin typeface="Cambria Math" panose="02040503050406030204" pitchFamily="18" charset="0"/>
                        <a:ea typeface="Cambria Math" panose="02040503050406030204" pitchFamily="18" charset="0"/>
                        <a:cs typeface="Times New Roman" panose="02020603050405020304" pitchFamily="18" charset="0"/>
                      </a:rPr>
                      <m:t>𝝈</m:t>
                    </m:r>
                    <m:r>
                      <a:rPr lang="en-US" sz="2400" b="1" i="1">
                        <a:latin typeface="Cambria Math" panose="02040503050406030204" pitchFamily="18" charset="0"/>
                        <a:ea typeface="Cambria Math" panose="02040503050406030204" pitchFamily="18" charset="0"/>
                        <a:cs typeface="Times New Roman" panose="02020603050405020304" pitchFamily="18" charset="0"/>
                      </a:rPr>
                      <m:t>𝑬</m:t>
                    </m:r>
                    <m:r>
                      <a:rPr lang="en-US" sz="2400" b="1"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4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1" i="1">
                            <a:latin typeface="Cambria Math" panose="02040503050406030204" pitchFamily="18" charset="0"/>
                            <a:ea typeface="Cambria Math" panose="02040503050406030204" pitchFamily="18" charset="0"/>
                            <a:cs typeface="Times New Roman" panose="02020603050405020304" pitchFamily="18" charset="0"/>
                          </a:rPr>
                          <m:t>𝑱</m:t>
                        </m:r>
                      </m:e>
                      <m:sub>
                        <m:r>
                          <a:rPr lang="en-US" sz="2400" b="1" i="1">
                            <a:latin typeface="Cambria Math" panose="02040503050406030204" pitchFamily="18" charset="0"/>
                            <a:ea typeface="Cambria Math" panose="02040503050406030204" pitchFamily="18" charset="0"/>
                            <a:cs typeface="Times New Roman" panose="02020603050405020304" pitchFamily="18" charset="0"/>
                          </a:rPr>
                          <m:t>𝒆</m:t>
                        </m:r>
                      </m:sub>
                    </m:sSub>
                    <m:r>
                      <a:rPr lang="en-US" sz="2400" b="1" i="1">
                        <a:latin typeface="Cambria Math" panose="02040503050406030204" pitchFamily="18" charset="0"/>
                        <a:ea typeface="Cambria Math" panose="02040503050406030204" pitchFamily="18" charset="0"/>
                        <a:cs typeface="Times New Roman" panose="02020603050405020304" pitchFamily="18" charset="0"/>
                      </a:rPr>
                      <m:t> ;</m:t>
                    </m:r>
                  </m:oMath>
                </a14:m>
                <a:r>
                  <a:rPr lang="en-US" sz="2400" b="1" dirty="0">
                    <a:latin typeface="Times New Roman" panose="02020603050405020304" pitchFamily="18" charset="0"/>
                    <a:cs typeface="Times New Roman" panose="02020603050405020304" pitchFamily="18" charset="0"/>
                  </a:rPr>
                  <a:t> </a:t>
                </a:r>
                <a14:m>
                  <m:oMath xmlns:m="http://schemas.openxmlformats.org/officeDocument/2006/math">
                    <m:r>
                      <a:rPr lang="en-US" sz="2400" b="1">
                        <a:latin typeface="Cambria Math" panose="02040503050406030204" pitchFamily="18" charset="0"/>
                        <a:ea typeface="Cambria Math" panose="02040503050406030204" pitchFamily="18" charset="0"/>
                        <a:cs typeface="Times New Roman" panose="02020603050405020304" pitchFamily="18" charset="0"/>
                      </a:rPr>
                      <m:t>𝐄</m:t>
                    </m:r>
                    <m:r>
                      <a:rPr lang="en-US" sz="2400" b="1">
                        <a:latin typeface="Cambria Math" panose="02040503050406030204" pitchFamily="18" charset="0"/>
                        <a:ea typeface="Cambria Math" panose="02040503050406030204" pitchFamily="18" charset="0"/>
                        <a:cs typeface="Times New Roman" panose="02020603050405020304" pitchFamily="18" charset="0"/>
                      </a:rPr>
                      <m:t>=</m:t>
                    </m:r>
                    <m:r>
                      <a:rPr lang="en-US" sz="2400" b="1" i="1">
                        <a:latin typeface="Cambria Math" panose="02040503050406030204" pitchFamily="18" charset="0"/>
                        <a:ea typeface="Cambria Math" panose="02040503050406030204" pitchFamily="18" charset="0"/>
                        <a:cs typeface="Times New Roman" panose="02020603050405020304" pitchFamily="18" charset="0"/>
                      </a:rPr>
                      <m:t>−</m:t>
                    </m:r>
                    <m:r>
                      <a:rPr lang="en-US" sz="2400" b="1" i="1">
                        <a:latin typeface="Cambria Math" panose="02040503050406030204" pitchFamily="18" charset="0"/>
                        <a:ea typeface="Cambria Math" panose="02040503050406030204" pitchFamily="18" charset="0"/>
                        <a:cs typeface="Times New Roman" panose="02020603050405020304" pitchFamily="18" charset="0"/>
                      </a:rPr>
                      <m:t>𝛁</m:t>
                    </m:r>
                    <m:r>
                      <a:rPr lang="en-US" sz="2400" b="1" i="1">
                        <a:latin typeface="Cambria Math" panose="02040503050406030204" pitchFamily="18" charset="0"/>
                        <a:ea typeface="Cambria Math" panose="02040503050406030204" pitchFamily="18" charset="0"/>
                        <a:cs typeface="Times New Roman" panose="02020603050405020304" pitchFamily="18" charset="0"/>
                      </a:rPr>
                      <m:t>𝑽</m:t>
                    </m:r>
                  </m:oMath>
                </a14:m>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Validation</a:t>
                </a:r>
              </a:p>
              <a:p>
                <a:r>
                  <a:rPr lang="en-US" sz="2400" b="1" dirty="0">
                    <a:latin typeface="Times New Roman" panose="02020603050405020304" pitchFamily="18" charset="0"/>
                    <a:cs typeface="Times New Roman" panose="02020603050405020304" pitchFamily="18" charset="0"/>
                  </a:rPr>
                  <a:t>The nickel foam structure is simulated, and effective properties were compared with Bruggeman and Catalog details, there is a good agreement with simulation results.</a:t>
                </a:r>
              </a:p>
              <a:p>
                <a:pPr algn="just"/>
                <a:endParaRPr lang="en-US" sz="24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Effective electrical conductivity</a:t>
                </a: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Fluid dynamic</a:t>
                </a:r>
                <a:endParaRPr lang="en-US" sz="2800" dirty="0">
                  <a:solidFill>
                    <a:schemeClr val="accent1"/>
                  </a:solidFill>
                </a:endParaRPr>
              </a:p>
              <a:p>
                <a:pPr algn="l">
                  <a:spcBef>
                    <a:spcPts val="600"/>
                  </a:spcBef>
                </a:pPr>
                <a:endParaRPr lang="en-US" sz="2800" b="1" dirty="0">
                  <a:latin typeface="Times New Roman" panose="02020603050405020304" pitchFamily="18" charset="0"/>
                  <a:cs typeface="Times New Roman" panose="02020603050405020304" pitchFamily="18" charset="0"/>
                </a:endParaRPr>
              </a:p>
              <a:p>
                <a:pPr algn="l">
                  <a:spcBef>
                    <a:spcPts val="600"/>
                  </a:spcBef>
                </a:pPr>
                <a:endParaRPr lang="en-US" dirty="0">
                  <a:solidFill>
                    <a:schemeClr val="accent1"/>
                  </a:solidFill>
                </a:endParaRPr>
              </a:p>
              <a:p>
                <a:pPr algn="l">
                  <a:spcBef>
                    <a:spcPts val="600"/>
                  </a:spcBef>
                </a:pPr>
                <a:endParaRPr lang="en-US" dirty="0">
                  <a:solidFill>
                    <a:schemeClr val="accent1"/>
                  </a:solidFill>
                </a:endParaRPr>
              </a:p>
              <a:p>
                <a:pPr algn="l">
                  <a:spcBef>
                    <a:spcPts val="600"/>
                  </a:spcBef>
                </a:pPr>
                <a:endParaRPr lang="en-US" dirty="0">
                  <a:solidFill>
                    <a:schemeClr val="accent1"/>
                  </a:solidFill>
                </a:endParaRPr>
              </a:p>
              <a:p>
                <a:pPr algn="l">
                  <a:spcBef>
                    <a:spcPts val="600"/>
                  </a:spcBef>
                </a:pPr>
                <a:endParaRPr lang="en-US" dirty="0">
                  <a:solidFill>
                    <a:schemeClr val="accent1"/>
                  </a:solidFill>
                </a:endParaRPr>
              </a:p>
              <a:p>
                <a:pPr algn="l">
                  <a:spcBef>
                    <a:spcPts val="600"/>
                  </a:spcBef>
                </a:pPr>
                <a:endParaRPr lang="en-US" dirty="0" err="1">
                  <a:solidFill>
                    <a:schemeClr val="accent1"/>
                  </a:solidFill>
                </a:endParaRPr>
              </a:p>
            </p:txBody>
          </p:sp>
        </mc:Choice>
        <mc:Fallback xmlns="">
          <p:sp>
            <p:nvSpPr>
              <p:cNvPr id="5" name="TextBox 4">
                <a:extLst>
                  <a:ext uri="{FF2B5EF4-FFF2-40B4-BE49-F238E27FC236}">
                    <a16:creationId xmlns:a16="http://schemas.microsoft.com/office/drawing/2014/main" id="{D123C7C0-92FF-4B74-BB42-D1C9A4AA16F7}"/>
                  </a:ext>
                </a:extLst>
              </p:cNvPr>
              <p:cNvSpPr txBox="1">
                <a:spLocks noRot="1" noChangeAspect="1" noMove="1" noResize="1" noEditPoints="1" noAdjustHandles="1" noChangeArrowheads="1" noChangeShapeType="1" noTextEdit="1"/>
              </p:cNvSpPr>
              <p:nvPr/>
            </p:nvSpPr>
            <p:spPr>
              <a:xfrm>
                <a:off x="2345672" y="5864726"/>
                <a:ext cx="10879728" cy="27439435"/>
              </a:xfrm>
              <a:prstGeom prst="rect">
                <a:avLst/>
              </a:prstGeom>
              <a:blipFill>
                <a:blip r:embed="rId41"/>
                <a:stretch>
                  <a:fillRect l="-1289" t="-311" r="-840"/>
                </a:stretch>
              </a:blipFill>
            </p:spPr>
            <p:txBody>
              <a:bodyPr/>
              <a:lstStyle/>
              <a:p>
                <a:r>
                  <a:rPr lang="en-US">
                    <a:noFill/>
                  </a:rPr>
                  <a:t> </a:t>
                </a:r>
              </a:p>
            </p:txBody>
          </p:sp>
        </mc:Fallback>
      </mc:AlternateContent>
      <p:grpSp>
        <p:nvGrpSpPr>
          <p:cNvPr id="127" name="Group 126">
            <a:extLst>
              <a:ext uri="{FF2B5EF4-FFF2-40B4-BE49-F238E27FC236}">
                <a16:creationId xmlns:a16="http://schemas.microsoft.com/office/drawing/2014/main" id="{97DB607A-41D2-455C-A8F9-730A1511BE58}"/>
              </a:ext>
            </a:extLst>
          </p:cNvPr>
          <p:cNvGrpSpPr/>
          <p:nvPr/>
        </p:nvGrpSpPr>
        <p:grpSpPr>
          <a:xfrm>
            <a:off x="5843413" y="19814716"/>
            <a:ext cx="8075576" cy="8245869"/>
            <a:chOff x="6224214" y="-91746"/>
            <a:chExt cx="5739515" cy="6917332"/>
          </a:xfrm>
        </p:grpSpPr>
        <p:pic>
          <p:nvPicPr>
            <p:cNvPr id="139" name="Picture 138">
              <a:extLst>
                <a:ext uri="{FF2B5EF4-FFF2-40B4-BE49-F238E27FC236}">
                  <a16:creationId xmlns:a16="http://schemas.microsoft.com/office/drawing/2014/main" id="{CB744EFF-47E8-402A-81EB-8C7E8A214B20}"/>
                </a:ext>
              </a:extLst>
            </p:cNvPr>
            <p:cNvPicPr>
              <a:picLocks noChangeAspect="1"/>
            </p:cNvPicPr>
            <p:nvPr/>
          </p:nvPicPr>
          <p:blipFill rotWithShape="1">
            <a:blip r:embed="rId42"/>
            <a:srcRect l="39686" t="23957" r="46895" b="17087"/>
            <a:stretch/>
          </p:blipFill>
          <p:spPr>
            <a:xfrm>
              <a:off x="8803254" y="385316"/>
              <a:ext cx="1748714" cy="5766422"/>
            </a:xfrm>
            <a:prstGeom prst="rect">
              <a:avLst/>
            </a:prstGeom>
          </p:spPr>
        </p:pic>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FAEFDBB5-DE75-40DF-A638-10E09D26C255}"/>
                    </a:ext>
                  </a:extLst>
                </p:cNvPr>
                <p:cNvSpPr txBox="1"/>
                <p:nvPr/>
              </p:nvSpPr>
              <p:spPr>
                <a:xfrm>
                  <a:off x="10647599" y="977993"/>
                  <a:ext cx="1316130" cy="307777"/>
                </a:xfrm>
                <a:prstGeom prst="rect">
                  <a:avLst/>
                </a:prstGeom>
                <a:noFill/>
              </p:spPr>
              <p:txBody>
                <a:bodyPr wrap="none" rtlCol="0">
                  <a:spAutoFit/>
                </a:bodyPr>
                <a:lstStyle/>
                <a:p>
                  <a14:m>
                    <m:oMath xmlns:m="http://schemas.openxmlformats.org/officeDocument/2006/math">
                      <m:r>
                        <a:rPr lang="en-US" sz="1400" b="1" i="1" dirty="0"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sz="1400" b="1" dirty="0">
                      <a:latin typeface="Times New Roman" panose="02020603050405020304" pitchFamily="18" charset="0"/>
                      <a:cs typeface="Times New Roman" panose="02020603050405020304" pitchFamily="18" charset="0"/>
                    </a:rPr>
                    <a:t>1e-16 [A /m</a:t>
                  </a:r>
                  <a:r>
                    <a:rPr lang="en-US" sz="1200" b="1" dirty="0">
                      <a:latin typeface="Times New Roman" panose="02020603050405020304" pitchFamily="18" charset="0"/>
                      <a:cs typeface="Times New Roman" panose="02020603050405020304" pitchFamily="18" charset="0"/>
                    </a:rPr>
                    <a:t>2</a:t>
                  </a:r>
                  <a:r>
                    <a:rPr lang="en-US" sz="1400" b="1" dirty="0">
                      <a:latin typeface="Times New Roman" panose="02020603050405020304" pitchFamily="18" charset="0"/>
                      <a:cs typeface="Times New Roman" panose="02020603050405020304" pitchFamily="18" charset="0"/>
                    </a:rPr>
                    <a:t>]</a:t>
                  </a:r>
                </a:p>
              </p:txBody>
            </p:sp>
          </mc:Choice>
          <mc:Fallback xmlns="">
            <p:sp>
              <p:nvSpPr>
                <p:cNvPr id="61" name="TextBox 60">
                  <a:extLst>
                    <a:ext uri="{FF2B5EF4-FFF2-40B4-BE49-F238E27FC236}">
                      <a16:creationId xmlns:a16="http://schemas.microsoft.com/office/drawing/2014/main" id="{7A24439D-C60E-407D-BAF5-78A4FDA994E7}"/>
                    </a:ext>
                  </a:extLst>
                </p:cNvPr>
                <p:cNvSpPr txBox="1">
                  <a:spLocks noRot="1" noChangeAspect="1" noMove="1" noResize="1" noEditPoints="1" noAdjustHandles="1" noChangeArrowheads="1" noChangeShapeType="1" noTextEdit="1"/>
                </p:cNvSpPr>
                <p:nvPr/>
              </p:nvSpPr>
              <p:spPr>
                <a:xfrm>
                  <a:off x="10647599" y="977993"/>
                  <a:ext cx="1316130" cy="307777"/>
                </a:xfrm>
                <a:prstGeom prst="rect">
                  <a:avLst/>
                </a:prstGeom>
                <a:blipFill>
                  <a:blip r:embed="rId43"/>
                  <a:stretch>
                    <a:fillRect t="-1639"/>
                  </a:stretch>
                </a:blipFill>
              </p:spPr>
              <p:txBody>
                <a:bodyPr/>
                <a:lstStyle/>
                <a:p>
                  <a:r>
                    <a:rPr lang="en-US">
                      <a:noFill/>
                    </a:rPr>
                    <a:t> </a:t>
                  </a:r>
                </a:p>
              </p:txBody>
            </p:sp>
          </mc:Fallback>
        </mc:AlternateContent>
        <p:grpSp>
          <p:nvGrpSpPr>
            <p:cNvPr id="150" name="Group 149">
              <a:extLst>
                <a:ext uri="{FF2B5EF4-FFF2-40B4-BE49-F238E27FC236}">
                  <a16:creationId xmlns:a16="http://schemas.microsoft.com/office/drawing/2014/main" id="{DF81BB53-4D73-4EEA-8792-39D54A690B0F}"/>
                </a:ext>
              </a:extLst>
            </p:cNvPr>
            <p:cNvGrpSpPr/>
            <p:nvPr/>
          </p:nvGrpSpPr>
          <p:grpSpPr>
            <a:xfrm>
              <a:off x="6224214" y="-91746"/>
              <a:ext cx="2352940" cy="6917332"/>
              <a:chOff x="6224214" y="-91746"/>
              <a:chExt cx="2352940" cy="6917332"/>
            </a:xfrm>
          </p:grpSpPr>
          <p:pic>
            <p:nvPicPr>
              <p:cNvPr id="164" name="Picture 163">
                <a:extLst>
                  <a:ext uri="{FF2B5EF4-FFF2-40B4-BE49-F238E27FC236}">
                    <a16:creationId xmlns:a16="http://schemas.microsoft.com/office/drawing/2014/main" id="{FF80B797-8FB4-4CDB-A4D7-42BEC8C3C2F6}"/>
                  </a:ext>
                </a:extLst>
              </p:cNvPr>
              <p:cNvPicPr>
                <a:picLocks noChangeAspect="1"/>
              </p:cNvPicPr>
              <p:nvPr/>
            </p:nvPicPr>
            <p:blipFill rotWithShape="1">
              <a:blip r:embed="rId44"/>
              <a:srcRect l="41242" t="24548" r="47113" b="18121"/>
              <a:stretch/>
            </p:blipFill>
            <p:spPr>
              <a:xfrm>
                <a:off x="6580908" y="591899"/>
                <a:ext cx="1487055" cy="5519339"/>
              </a:xfrm>
              <a:prstGeom prst="rect">
                <a:avLst/>
              </a:prstGeom>
            </p:spPr>
          </p:pic>
          <p:cxnSp>
            <p:nvCxnSpPr>
              <p:cNvPr id="165" name="Straight Connector 164">
                <a:extLst>
                  <a:ext uri="{FF2B5EF4-FFF2-40B4-BE49-F238E27FC236}">
                    <a16:creationId xmlns:a16="http://schemas.microsoft.com/office/drawing/2014/main" id="{909B0E03-7313-47F2-A874-11B910EB4CEF}"/>
                  </a:ext>
                </a:extLst>
              </p:cNvPr>
              <p:cNvCxnSpPr>
                <a:cxnSpLocks/>
              </p:cNvCxnSpPr>
              <p:nvPr/>
            </p:nvCxnSpPr>
            <p:spPr>
              <a:xfrm>
                <a:off x="7050386" y="6057767"/>
                <a:ext cx="514618"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303682AB-1056-4A67-A1B7-3B125A8AC856}"/>
                  </a:ext>
                </a:extLst>
              </p:cNvPr>
              <p:cNvCxnSpPr/>
              <p:nvPr/>
            </p:nvCxnSpPr>
            <p:spPr>
              <a:xfrm>
                <a:off x="6725725" y="708274"/>
                <a:ext cx="1207656" cy="9236"/>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67" name="TextBox 166">
                <a:extLst>
                  <a:ext uri="{FF2B5EF4-FFF2-40B4-BE49-F238E27FC236}">
                    <a16:creationId xmlns:a16="http://schemas.microsoft.com/office/drawing/2014/main" id="{87DDB3EA-42C4-4C1E-9871-0222DE15E28F}"/>
                  </a:ext>
                </a:extLst>
              </p:cNvPr>
              <p:cNvSpPr txBox="1"/>
              <p:nvPr/>
            </p:nvSpPr>
            <p:spPr>
              <a:xfrm>
                <a:off x="7339291" y="-91746"/>
                <a:ext cx="631114" cy="923330"/>
              </a:xfrm>
              <a:prstGeom prst="rect">
                <a:avLst/>
              </a:prstGeom>
              <a:noFill/>
            </p:spPr>
            <p:txBody>
              <a:bodyPr wrap="square" rtlCol="0">
                <a:spAutoFit/>
              </a:bodyPr>
              <a:lstStyle/>
              <a:p>
                <a:r>
                  <a:rPr lang="en-US" sz="5400" dirty="0">
                    <a:solidFill>
                      <a:srgbClr val="FF0000"/>
                    </a:solidFill>
                  </a:rPr>
                  <a:t>+</a:t>
                </a:r>
              </a:p>
            </p:txBody>
          </p:sp>
          <p:sp>
            <p:nvSpPr>
              <p:cNvPr id="168" name="TextBox 167">
                <a:extLst>
                  <a:ext uri="{FF2B5EF4-FFF2-40B4-BE49-F238E27FC236}">
                    <a16:creationId xmlns:a16="http://schemas.microsoft.com/office/drawing/2014/main" id="{A600B186-DE27-4E46-AEDE-E10315E5C589}"/>
                  </a:ext>
                </a:extLst>
              </p:cNvPr>
              <p:cNvSpPr txBox="1"/>
              <p:nvPr/>
            </p:nvSpPr>
            <p:spPr>
              <a:xfrm>
                <a:off x="7474999" y="5902256"/>
                <a:ext cx="631114" cy="923330"/>
              </a:xfrm>
              <a:prstGeom prst="rect">
                <a:avLst/>
              </a:prstGeom>
              <a:noFill/>
            </p:spPr>
            <p:txBody>
              <a:bodyPr wrap="square" rtlCol="0">
                <a:spAutoFit/>
              </a:bodyPr>
              <a:lstStyle/>
              <a:p>
                <a:r>
                  <a:rPr lang="en-US" sz="5400" dirty="0">
                    <a:solidFill>
                      <a:srgbClr val="FF0000"/>
                    </a:solidFill>
                  </a:rPr>
                  <a:t>-</a:t>
                </a:r>
              </a:p>
            </p:txBody>
          </p:sp>
          <p:cxnSp>
            <p:nvCxnSpPr>
              <p:cNvPr id="169" name="Straight Connector 168">
                <a:extLst>
                  <a:ext uri="{FF2B5EF4-FFF2-40B4-BE49-F238E27FC236}">
                    <a16:creationId xmlns:a16="http://schemas.microsoft.com/office/drawing/2014/main" id="{287E1B4A-D628-42F9-AD30-AF0355E013FA}"/>
                  </a:ext>
                </a:extLst>
              </p:cNvPr>
              <p:cNvCxnSpPr>
                <a:cxnSpLocks/>
              </p:cNvCxnSpPr>
              <p:nvPr/>
            </p:nvCxnSpPr>
            <p:spPr>
              <a:xfrm flipV="1">
                <a:off x="7319814" y="198280"/>
                <a:ext cx="1" cy="51923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348FEFCE-F070-4A63-8925-8ED4020F2FC4}"/>
                  </a:ext>
                </a:extLst>
              </p:cNvPr>
              <p:cNvCxnSpPr/>
              <p:nvPr/>
            </p:nvCxnSpPr>
            <p:spPr>
              <a:xfrm>
                <a:off x="6224214" y="198279"/>
                <a:ext cx="1095601"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691B33DF-07F8-4380-8734-97751DD03A79}"/>
                  </a:ext>
                </a:extLst>
              </p:cNvPr>
              <p:cNvCxnSpPr/>
              <p:nvPr/>
            </p:nvCxnSpPr>
            <p:spPr>
              <a:xfrm flipH="1">
                <a:off x="6224214" y="198279"/>
                <a:ext cx="2" cy="6557197"/>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EDCAF822-13E6-4017-A914-6780F5A132AA}"/>
                  </a:ext>
                </a:extLst>
              </p:cNvPr>
              <p:cNvCxnSpPr>
                <a:cxnSpLocks/>
                <a:stCxn id="164" idx="2"/>
              </p:cNvCxnSpPr>
              <p:nvPr/>
            </p:nvCxnSpPr>
            <p:spPr>
              <a:xfrm flipH="1">
                <a:off x="7319816" y="6111238"/>
                <a:ext cx="4620" cy="644238"/>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88D73DA3-9DB9-468E-83FC-91331334B05D}"/>
                  </a:ext>
                </a:extLst>
              </p:cNvPr>
              <p:cNvCxnSpPr/>
              <p:nvPr/>
            </p:nvCxnSpPr>
            <p:spPr>
              <a:xfrm>
                <a:off x="6224214" y="6755476"/>
                <a:ext cx="109560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74" name="TextBox 173">
                <a:extLst>
                  <a:ext uri="{FF2B5EF4-FFF2-40B4-BE49-F238E27FC236}">
                    <a16:creationId xmlns:a16="http://schemas.microsoft.com/office/drawing/2014/main" id="{8ED40654-18D4-41A0-9139-210EBD7E56FD}"/>
                  </a:ext>
                </a:extLst>
              </p:cNvPr>
              <p:cNvSpPr txBox="1"/>
              <p:nvPr/>
            </p:nvSpPr>
            <p:spPr>
              <a:xfrm>
                <a:off x="7950059" y="256589"/>
                <a:ext cx="627095"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3 [v]</a:t>
                </a:r>
              </a:p>
            </p:txBody>
          </p:sp>
          <p:sp>
            <p:nvSpPr>
              <p:cNvPr id="175" name="TextBox 174">
                <a:extLst>
                  <a:ext uri="{FF2B5EF4-FFF2-40B4-BE49-F238E27FC236}">
                    <a16:creationId xmlns:a16="http://schemas.microsoft.com/office/drawing/2014/main" id="{9C55BC4C-35D4-4D34-9AF0-7F2F7D15F383}"/>
                  </a:ext>
                </a:extLst>
              </p:cNvPr>
              <p:cNvSpPr txBox="1"/>
              <p:nvPr/>
            </p:nvSpPr>
            <p:spPr>
              <a:xfrm>
                <a:off x="7865545" y="5902256"/>
                <a:ext cx="627095"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0 [v]</a:t>
                </a:r>
              </a:p>
            </p:txBody>
          </p:sp>
        </p:grpSp>
        <p:sp>
          <p:nvSpPr>
            <p:cNvPr id="155" name="TextBox 154">
              <a:extLst>
                <a:ext uri="{FF2B5EF4-FFF2-40B4-BE49-F238E27FC236}">
                  <a16:creationId xmlns:a16="http://schemas.microsoft.com/office/drawing/2014/main" id="{42212D42-B514-4262-A3F0-744F60A9D98D}"/>
                </a:ext>
              </a:extLst>
            </p:cNvPr>
            <p:cNvSpPr txBox="1"/>
            <p:nvPr/>
          </p:nvSpPr>
          <p:spPr>
            <a:xfrm>
              <a:off x="10584120" y="5632994"/>
              <a:ext cx="301686"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0</a:t>
              </a:r>
            </a:p>
          </p:txBody>
        </p:sp>
        <p:sp>
          <p:nvSpPr>
            <p:cNvPr id="156" name="TextBox 155">
              <a:extLst>
                <a:ext uri="{FF2B5EF4-FFF2-40B4-BE49-F238E27FC236}">
                  <a16:creationId xmlns:a16="http://schemas.microsoft.com/office/drawing/2014/main" id="{13A4AD6C-D7EC-4582-B6C9-6393AF5E01F3}"/>
                </a:ext>
              </a:extLst>
            </p:cNvPr>
            <p:cNvSpPr txBox="1"/>
            <p:nvPr/>
          </p:nvSpPr>
          <p:spPr>
            <a:xfrm>
              <a:off x="10647599" y="4126603"/>
              <a:ext cx="301686"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1</a:t>
              </a:r>
            </a:p>
          </p:txBody>
        </p:sp>
        <p:pic>
          <p:nvPicPr>
            <p:cNvPr id="157" name="Picture 156">
              <a:extLst>
                <a:ext uri="{FF2B5EF4-FFF2-40B4-BE49-F238E27FC236}">
                  <a16:creationId xmlns:a16="http://schemas.microsoft.com/office/drawing/2014/main" id="{F22EEF5A-CE3A-4A74-881C-4856AD8A3EF4}"/>
                </a:ext>
              </a:extLst>
            </p:cNvPr>
            <p:cNvPicPr>
              <a:picLocks noChangeAspect="1"/>
            </p:cNvPicPr>
            <p:nvPr/>
          </p:nvPicPr>
          <p:blipFill rotWithShape="1">
            <a:blip r:embed="rId45"/>
            <a:srcRect l="5307" r="70859" b="1776"/>
            <a:stretch/>
          </p:blipFill>
          <p:spPr>
            <a:xfrm>
              <a:off x="10444315" y="1285770"/>
              <a:ext cx="184608" cy="4573602"/>
            </a:xfrm>
            <a:prstGeom prst="rect">
              <a:avLst/>
            </a:prstGeom>
          </p:spPr>
        </p:pic>
        <p:sp>
          <p:nvSpPr>
            <p:cNvPr id="158" name="TextBox 157">
              <a:extLst>
                <a:ext uri="{FF2B5EF4-FFF2-40B4-BE49-F238E27FC236}">
                  <a16:creationId xmlns:a16="http://schemas.microsoft.com/office/drawing/2014/main" id="{C712BADB-87EA-44EE-A1FB-CE7287036DF1}"/>
                </a:ext>
              </a:extLst>
            </p:cNvPr>
            <p:cNvSpPr txBox="1"/>
            <p:nvPr/>
          </p:nvSpPr>
          <p:spPr>
            <a:xfrm>
              <a:off x="10647599" y="3347740"/>
              <a:ext cx="473206"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1.5</a:t>
              </a:r>
            </a:p>
          </p:txBody>
        </p:sp>
        <p:sp>
          <p:nvSpPr>
            <p:cNvPr id="159" name="TextBox 158">
              <a:extLst>
                <a:ext uri="{FF2B5EF4-FFF2-40B4-BE49-F238E27FC236}">
                  <a16:creationId xmlns:a16="http://schemas.microsoft.com/office/drawing/2014/main" id="{C03F7B06-C974-4F62-B9FB-F77F71915788}"/>
                </a:ext>
              </a:extLst>
            </p:cNvPr>
            <p:cNvSpPr txBox="1"/>
            <p:nvPr/>
          </p:nvSpPr>
          <p:spPr>
            <a:xfrm>
              <a:off x="10647599" y="2611261"/>
              <a:ext cx="300082"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2</a:t>
              </a:r>
            </a:p>
          </p:txBody>
        </p:sp>
        <p:sp>
          <p:nvSpPr>
            <p:cNvPr id="160" name="TextBox 159">
              <a:extLst>
                <a:ext uri="{FF2B5EF4-FFF2-40B4-BE49-F238E27FC236}">
                  <a16:creationId xmlns:a16="http://schemas.microsoft.com/office/drawing/2014/main" id="{0176F29F-7CBD-47A8-BD0F-F317802129E0}"/>
                </a:ext>
              </a:extLst>
            </p:cNvPr>
            <p:cNvSpPr txBox="1"/>
            <p:nvPr/>
          </p:nvSpPr>
          <p:spPr>
            <a:xfrm>
              <a:off x="10647599" y="1902692"/>
              <a:ext cx="473206"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2.5</a:t>
              </a:r>
            </a:p>
          </p:txBody>
        </p:sp>
        <p:sp>
          <p:nvSpPr>
            <p:cNvPr id="161" name="TextBox 160">
              <a:extLst>
                <a:ext uri="{FF2B5EF4-FFF2-40B4-BE49-F238E27FC236}">
                  <a16:creationId xmlns:a16="http://schemas.microsoft.com/office/drawing/2014/main" id="{54694D82-3D1F-48A4-8275-E4F682366FEE}"/>
                </a:ext>
              </a:extLst>
            </p:cNvPr>
            <p:cNvSpPr txBox="1"/>
            <p:nvPr/>
          </p:nvSpPr>
          <p:spPr>
            <a:xfrm>
              <a:off x="10612781" y="1193216"/>
              <a:ext cx="300082"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3</a:t>
              </a:r>
            </a:p>
          </p:txBody>
        </p:sp>
        <p:sp>
          <p:nvSpPr>
            <p:cNvPr id="162" name="TextBox 161">
              <a:extLst>
                <a:ext uri="{FF2B5EF4-FFF2-40B4-BE49-F238E27FC236}">
                  <a16:creationId xmlns:a16="http://schemas.microsoft.com/office/drawing/2014/main" id="{E3052369-9357-472A-9A80-E70212AE387F}"/>
                </a:ext>
              </a:extLst>
            </p:cNvPr>
            <p:cNvSpPr txBox="1"/>
            <p:nvPr/>
          </p:nvSpPr>
          <p:spPr>
            <a:xfrm>
              <a:off x="10608771" y="4878289"/>
              <a:ext cx="473206"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0.5</a:t>
              </a:r>
            </a:p>
          </p:txBody>
        </p:sp>
        <mc:AlternateContent xmlns:mc="http://schemas.openxmlformats.org/markup-compatibility/2006" xmlns:a14="http://schemas.microsoft.com/office/drawing/2010/main">
          <mc:Choice Requires="a14">
            <p:sp>
              <p:nvSpPr>
                <p:cNvPr id="163" name="TextBox 162">
                  <a:extLst>
                    <a:ext uri="{FF2B5EF4-FFF2-40B4-BE49-F238E27FC236}">
                      <a16:creationId xmlns:a16="http://schemas.microsoft.com/office/drawing/2014/main" id="{E684CA2D-45D0-422E-B890-4D9217ACD682}"/>
                    </a:ext>
                  </a:extLst>
                </p:cNvPr>
                <p:cNvSpPr txBox="1"/>
                <p:nvPr/>
              </p:nvSpPr>
              <p:spPr>
                <a:xfrm>
                  <a:off x="10286790" y="734879"/>
                  <a:ext cx="156324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1" i="0" dirty="0" smtClean="0">
                            <a:latin typeface="Cambria Math" panose="02040503050406030204" pitchFamily="18" charset="0"/>
                            <a:ea typeface="Cambria Math" panose="02040503050406030204" pitchFamily="18" charset="0"/>
                            <a:cs typeface="Times New Roman" panose="02020603050405020304" pitchFamily="18" charset="0"/>
                          </a:rPr>
                          <m:t>𝐂𝐮𝐫𝐫𝐞𝐧𝐭</m:t>
                        </m:r>
                        <m:r>
                          <a:rPr lang="en-US" sz="1400" b="1" i="0" dirty="0" smtClean="0">
                            <a:latin typeface="Cambria Math" panose="02040503050406030204" pitchFamily="18" charset="0"/>
                            <a:ea typeface="Cambria Math" panose="02040503050406030204" pitchFamily="18" charset="0"/>
                            <a:cs typeface="Times New Roman" panose="02020603050405020304" pitchFamily="18" charset="0"/>
                          </a:rPr>
                          <m:t> </m:t>
                        </m:r>
                        <m:r>
                          <a:rPr lang="en-US" sz="1400" b="1" i="0" dirty="0" smtClean="0">
                            <a:latin typeface="Cambria Math" panose="02040503050406030204" pitchFamily="18" charset="0"/>
                            <a:ea typeface="Cambria Math" panose="02040503050406030204" pitchFamily="18" charset="0"/>
                            <a:cs typeface="Times New Roman" panose="02020603050405020304" pitchFamily="18" charset="0"/>
                          </a:rPr>
                          <m:t>𝐝𝐞𝐧𝐬𝐢𝐭𝐲</m:t>
                        </m:r>
                      </m:oMath>
                    </m:oMathPara>
                  </a14:m>
                  <a:endParaRPr lang="en-US" sz="1400" b="1" dirty="0">
                    <a:latin typeface="Times New Roman" panose="02020603050405020304" pitchFamily="18" charset="0"/>
                    <a:cs typeface="Times New Roman" panose="02020603050405020304" pitchFamily="18" charset="0"/>
                  </a:endParaRPr>
                </a:p>
              </p:txBody>
            </p:sp>
          </mc:Choice>
          <mc:Fallback xmlns="">
            <p:sp>
              <p:nvSpPr>
                <p:cNvPr id="71" name="TextBox 70">
                  <a:extLst>
                    <a:ext uri="{FF2B5EF4-FFF2-40B4-BE49-F238E27FC236}">
                      <a16:creationId xmlns:a16="http://schemas.microsoft.com/office/drawing/2014/main" id="{E84D768C-BFDF-49DE-9E61-E2C5BFA6FC70}"/>
                    </a:ext>
                  </a:extLst>
                </p:cNvPr>
                <p:cNvSpPr txBox="1">
                  <a:spLocks noRot="1" noChangeAspect="1" noMove="1" noResize="1" noEditPoints="1" noAdjustHandles="1" noChangeArrowheads="1" noChangeShapeType="1" noTextEdit="1"/>
                </p:cNvSpPr>
                <p:nvPr/>
              </p:nvSpPr>
              <p:spPr>
                <a:xfrm>
                  <a:off x="10286790" y="734879"/>
                  <a:ext cx="1563248" cy="307777"/>
                </a:xfrm>
                <a:prstGeom prst="rect">
                  <a:avLst/>
                </a:prstGeom>
                <a:blipFill>
                  <a:blip r:embed="rId46"/>
                  <a:stretch>
                    <a:fillRect/>
                  </a:stretch>
                </a:blipFill>
              </p:spPr>
              <p:txBody>
                <a:bodyPr/>
                <a:lstStyle/>
                <a:p>
                  <a:r>
                    <a:rPr lang="en-US">
                      <a:noFill/>
                    </a:rPr>
                    <a:t> </a:t>
                  </a:r>
                </a:p>
              </p:txBody>
            </p:sp>
          </mc:Fallback>
        </mc:AlternateContent>
      </p:grpSp>
      <p:sp>
        <p:nvSpPr>
          <p:cNvPr id="176" name="TextBox 175">
            <a:extLst>
              <a:ext uri="{FF2B5EF4-FFF2-40B4-BE49-F238E27FC236}">
                <a16:creationId xmlns:a16="http://schemas.microsoft.com/office/drawing/2014/main" id="{CB48B65A-D4BB-4B94-86C1-6DCB1199DE1F}"/>
              </a:ext>
            </a:extLst>
          </p:cNvPr>
          <p:cNvSpPr txBox="1"/>
          <p:nvPr/>
        </p:nvSpPr>
        <p:spPr>
          <a:xfrm>
            <a:off x="16810226" y="5891198"/>
            <a:ext cx="10877211" cy="4632037"/>
          </a:xfrm>
          <a:prstGeom prst="rect">
            <a:avLst/>
          </a:prstGeom>
          <a:noFill/>
        </p:spPr>
        <p:txBody>
          <a:bodyPr wrap="square" rtlCol="0">
            <a:spAutoFit/>
          </a:bodyPr>
          <a:lstStyle/>
          <a:p>
            <a:pPr marL="571500" indent="-57150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Results</a:t>
            </a:r>
          </a:p>
          <a:p>
            <a:pPr algn="just"/>
            <a:r>
              <a:rPr lang="en-US" sz="2400" b="1" dirty="0">
                <a:latin typeface="Times New Roman" panose="02020603050405020304" pitchFamily="18" charset="0"/>
                <a:cs typeface="Times New Roman" panose="02020603050405020304" pitchFamily="18" charset="0"/>
              </a:rPr>
              <a:t>A numerical simulation of a model which includes carbon particles was performed to understand its behavior. We simulate two coupled physics in this study, including fluid dynamics and electric current. Three different models are shown in </a:t>
            </a:r>
            <a:r>
              <a:rPr lang="en-US" sz="2400" b="1" dirty="0">
                <a:solidFill>
                  <a:srgbClr val="00B0F0"/>
                </a:solidFill>
                <a:latin typeface="Times New Roman" panose="02020603050405020304" pitchFamily="18" charset="0"/>
                <a:cs typeface="Times New Roman" panose="02020603050405020304" pitchFamily="18" charset="0"/>
              </a:rPr>
              <a:t>Figure 3a</a:t>
            </a:r>
            <a:r>
              <a:rPr lang="en-US" sz="2400" b="1" dirty="0">
                <a:latin typeface="Times New Roman" panose="02020603050405020304" pitchFamily="18" charset="0"/>
                <a:cs typeface="Times New Roman" panose="02020603050405020304" pitchFamily="18" charset="0"/>
              </a:rPr>
              <a:t>, </a:t>
            </a:r>
            <a:r>
              <a:rPr lang="en-US" sz="2400" b="1" dirty="0">
                <a:solidFill>
                  <a:srgbClr val="00B0F0"/>
                </a:solidFill>
                <a:latin typeface="Times New Roman" panose="02020603050405020304" pitchFamily="18" charset="0"/>
                <a:cs typeface="Times New Roman" panose="02020603050405020304" pitchFamily="18" charset="0"/>
              </a:rPr>
              <a:t>Figure 1b </a:t>
            </a:r>
            <a:r>
              <a:rPr lang="en-US" sz="2400" b="1" dirty="0">
                <a:latin typeface="Times New Roman" panose="02020603050405020304" pitchFamily="18" charset="0"/>
                <a:cs typeface="Times New Roman" panose="02020603050405020304" pitchFamily="18" charset="0"/>
              </a:rPr>
              <a:t>shows the velocity and streamlines for models, and </a:t>
            </a:r>
            <a:r>
              <a:rPr lang="en-US" sz="2400" b="1" dirty="0">
                <a:solidFill>
                  <a:srgbClr val="00B0F0"/>
                </a:solidFill>
                <a:latin typeface="Times New Roman" panose="02020603050405020304" pitchFamily="18" charset="0"/>
                <a:cs typeface="Times New Roman" panose="02020603050405020304" pitchFamily="18" charset="0"/>
              </a:rPr>
              <a:t>Figure 1c </a:t>
            </a:r>
            <a:r>
              <a:rPr lang="en-US" sz="2400" b="1" dirty="0">
                <a:latin typeface="Times New Roman" panose="02020603050405020304" pitchFamily="18" charset="0"/>
                <a:cs typeface="Times New Roman" panose="02020603050405020304" pitchFamily="18" charset="0"/>
              </a:rPr>
              <a:t>shows the electrical current density distribution inside each model. Detailed results for each configuration are presented below the figures. By increasing the volume fraction of solid particles, the electrical conductivity is increased. However, the porosity and permeability of the solid particles are decreased, which means the availability of reactant flow to active surfaces is limited. </a:t>
            </a:r>
          </a:p>
          <a:p>
            <a:pPr algn="just"/>
            <a:endParaRPr lang="en-US" sz="2400" b="1" dirty="0">
              <a:latin typeface="Times New Roman" panose="02020603050405020304" pitchFamily="18" charset="0"/>
              <a:cs typeface="Times New Roman" panose="02020603050405020304" pitchFamily="18" charset="0"/>
            </a:endParaRPr>
          </a:p>
          <a:p>
            <a:pPr algn="l">
              <a:spcBef>
                <a:spcPts val="600"/>
              </a:spcBef>
            </a:pPr>
            <a:endParaRPr lang="en-US" dirty="0" err="1">
              <a:solidFill>
                <a:schemeClr val="accent1"/>
              </a:solidFill>
            </a:endParaRPr>
          </a:p>
        </p:txBody>
      </p:sp>
      <p:sp>
        <p:nvSpPr>
          <p:cNvPr id="16" name="TextBox 15">
            <a:extLst>
              <a:ext uri="{FF2B5EF4-FFF2-40B4-BE49-F238E27FC236}">
                <a16:creationId xmlns:a16="http://schemas.microsoft.com/office/drawing/2014/main" id="{0DDC7800-6638-482D-8E4A-34D5104716FC}"/>
              </a:ext>
            </a:extLst>
          </p:cNvPr>
          <p:cNvSpPr txBox="1"/>
          <p:nvPr/>
        </p:nvSpPr>
        <p:spPr>
          <a:xfrm>
            <a:off x="2099401" y="2308490"/>
            <a:ext cx="25527947" cy="1400383"/>
          </a:xfrm>
          <a:prstGeom prst="rect">
            <a:avLst/>
          </a:prstGeom>
          <a:solidFill>
            <a:schemeClr val="accent1">
              <a:lumMod val="90000"/>
              <a:lumOff val="10000"/>
            </a:schemeClr>
          </a:solidFill>
        </p:spPr>
        <p:txBody>
          <a:bodyPr wrap="square" rtlCol="0">
            <a:spAutoFit/>
          </a:bodyPr>
          <a:lstStyle/>
          <a:p>
            <a:pPr algn="ctr">
              <a:spcBef>
                <a:spcPts val="600"/>
              </a:spcBef>
            </a:pPr>
            <a:r>
              <a:rPr lang="en-US" altLang="fr-FR" sz="4000" b="1" dirty="0">
                <a:solidFill>
                  <a:schemeClr val="bg1"/>
                </a:solidFill>
                <a:latin typeface="Times New Roman" panose="02020603050405020304" pitchFamily="18" charset="0"/>
                <a:cs typeface="Times New Roman" panose="02020603050405020304" pitchFamily="18" charset="0"/>
              </a:rPr>
              <a:t>Predictive, Multiphysics simulation of effective electrical conductivity, permeability,</a:t>
            </a:r>
          </a:p>
          <a:p>
            <a:pPr algn="ctr">
              <a:spcBef>
                <a:spcPts val="600"/>
              </a:spcBef>
            </a:pPr>
            <a:r>
              <a:rPr lang="en-US" altLang="fr-FR" sz="4000" b="1" dirty="0">
                <a:solidFill>
                  <a:schemeClr val="bg1"/>
                </a:solidFill>
                <a:latin typeface="Times New Roman" panose="02020603050405020304" pitchFamily="18" charset="0"/>
                <a:cs typeface="Times New Roman" panose="02020603050405020304" pitchFamily="18" charset="0"/>
              </a:rPr>
              <a:t> porosity, and specific active area of Gas Diffusion Electrode microstructure</a:t>
            </a:r>
            <a:endParaRPr lang="en-US" sz="4000" dirty="0">
              <a:solidFill>
                <a:schemeClr val="bg1"/>
              </a:solidFill>
            </a:endParaRPr>
          </a:p>
        </p:txBody>
      </p:sp>
      <p:sp>
        <p:nvSpPr>
          <p:cNvPr id="4" name="TextBox 3">
            <a:extLst>
              <a:ext uri="{FF2B5EF4-FFF2-40B4-BE49-F238E27FC236}">
                <a16:creationId xmlns:a16="http://schemas.microsoft.com/office/drawing/2014/main" id="{FAC4A546-2170-47EA-9F7A-66A6DBF85455}"/>
              </a:ext>
            </a:extLst>
          </p:cNvPr>
          <p:cNvSpPr txBox="1"/>
          <p:nvPr/>
        </p:nvSpPr>
        <p:spPr>
          <a:xfrm>
            <a:off x="26493133" y="3058658"/>
            <a:ext cx="1050288" cy="584775"/>
          </a:xfrm>
          <a:prstGeom prst="rect">
            <a:avLst/>
          </a:prstGeom>
          <a:noFill/>
        </p:spPr>
        <p:txBody>
          <a:bodyPr wrap="none" rtlCol="0">
            <a:spAutoFit/>
          </a:bodyPr>
          <a:lstStyle/>
          <a:p>
            <a:pPr algn="l">
              <a:spcBef>
                <a:spcPts val="600"/>
              </a:spcBef>
            </a:pPr>
            <a:r>
              <a:rPr lang="en-US" sz="3200" b="1" dirty="0">
                <a:solidFill>
                  <a:schemeClr val="bg1"/>
                </a:solidFill>
                <a:latin typeface="Times New Roman" panose="02020603050405020304" pitchFamily="18" charset="0"/>
                <a:cs typeface="Times New Roman" panose="02020603050405020304" pitchFamily="18" charset="0"/>
              </a:rPr>
              <a:t>ID46</a:t>
            </a:r>
          </a:p>
        </p:txBody>
      </p:sp>
    </p:spTree>
    <p:extLst>
      <p:ext uri="{BB962C8B-B14F-4D97-AF65-F5344CB8AC3E}">
        <p14:creationId xmlns:p14="http://schemas.microsoft.com/office/powerpoint/2010/main" val="4108822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theme/theme1.xml><?xml version="1.0" encoding="utf-8"?>
<a:theme xmlns:a="http://schemas.openxmlformats.org/drawingml/2006/main" name="VITO_2021">
  <a:themeElements>
    <a:clrScheme name="VITO_2022">
      <a:dk1>
        <a:srgbClr val="000000"/>
      </a:dk1>
      <a:lt1>
        <a:srgbClr val="FFFFFF"/>
      </a:lt1>
      <a:dk2>
        <a:srgbClr val="44546A"/>
      </a:dk2>
      <a:lt2>
        <a:srgbClr val="E7E6E6"/>
      </a:lt2>
      <a:accent1>
        <a:srgbClr val="002E56"/>
      </a:accent1>
      <a:accent2>
        <a:srgbClr val="E72C43"/>
      </a:accent2>
      <a:accent3>
        <a:srgbClr val="FF6700"/>
      </a:accent3>
      <a:accent4>
        <a:srgbClr val="F9CB1F"/>
      </a:accent4>
      <a:accent5>
        <a:srgbClr val="41D9F9"/>
      </a:accent5>
      <a:accent6>
        <a:srgbClr val="15EA75"/>
      </a:accent6>
      <a:hlink>
        <a:srgbClr val="788EFE"/>
      </a:hlink>
      <a:folHlink>
        <a:srgbClr val="969597"/>
      </a:folHlink>
    </a:clrScheme>
    <a:fontScheme name="VITO_202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41DFF9"/>
        </a:solidFill>
        <a:ln>
          <a:noFill/>
        </a:ln>
      </a:spPr>
      <a:bodyPr rtlCol="0" anchor="ctr"/>
      <a:lstStyle>
        <a:defPPr algn="ctr">
          <a:spcBef>
            <a:spcPts val="600"/>
          </a:spcBef>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spcBef>
            <a:spcPts val="600"/>
          </a:spcBef>
          <a:defRPr dirty="0" err="1" smtClean="0">
            <a:solidFill>
              <a:schemeClr val="accent1"/>
            </a:solidFill>
          </a:defRPr>
        </a:defPPr>
      </a:lstStyle>
    </a:txDef>
  </a:objectDefaults>
  <a:extraClrSchemeLst/>
  <a:extLst>
    <a:ext uri="{05A4C25C-085E-4340-85A3-A5531E510DB2}">
      <thm15:themeFamily xmlns:thm15="http://schemas.microsoft.com/office/thememl/2012/main" name="VITO_posters_2022" id="{BC00D8A6-194D-4C19-B526-EAD662253DB6}" vid="{18B9D2BA-B44C-46C6-AF21-BE10F2EEA43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F0FA7ABED9A874382BFBB018B77C938" ma:contentTypeVersion="13" ma:contentTypeDescription="Create a new document." ma:contentTypeScope="" ma:versionID="53d9663c1bbdcc45c69a0e495cecf3c9">
  <xsd:schema xmlns:xsd="http://www.w3.org/2001/XMLSchema" xmlns:xs="http://www.w3.org/2001/XMLSchema" xmlns:p="http://schemas.microsoft.com/office/2006/metadata/properties" xmlns:ns2="08bd0b78-d398-4208-b4fc-90429c6f2d6d" xmlns:ns3="a50e5b1c-0da8-4c60-a444-78445c401d93" targetNamespace="http://schemas.microsoft.com/office/2006/metadata/properties" ma:root="true" ma:fieldsID="5d9062a5f2d0930b3d1c531b039d72c6" ns2:_="" ns3:_="">
    <xsd:import namespace="08bd0b78-d398-4208-b4fc-90429c6f2d6d"/>
    <xsd:import namespace="a50e5b1c-0da8-4c60-a444-78445c401d9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bd0b78-d398-4208-b4fc-90429c6f2d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fc20e29d-4d9b-411e-9260-307e9281c907"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50e5b1c-0da8-4c60-a444-78445c401d9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7df9e91-e5b4-47d5-b729-cd681c171bf6}" ma:internalName="TaxCatchAll" ma:showField="CatchAllData" ma:web="a50e5b1c-0da8-4c60-a444-78445c401d9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8bd0b78-d398-4208-b4fc-90429c6f2d6d">
      <Terms xmlns="http://schemas.microsoft.com/office/infopath/2007/PartnerControls"/>
    </lcf76f155ced4ddcb4097134ff3c332f>
    <TaxCatchAll xmlns="a50e5b1c-0da8-4c60-a444-78445c401d93" xsi:nil="true"/>
  </documentManagement>
</p:properties>
</file>

<file path=customXml/itemProps1.xml><?xml version="1.0" encoding="utf-8"?>
<ds:datastoreItem xmlns:ds="http://schemas.openxmlformats.org/officeDocument/2006/customXml" ds:itemID="{FDDAC593-1688-4439-9E8E-57B277F6D974}">
  <ds:schemaRefs>
    <ds:schemaRef ds:uri="http://schemas.microsoft.com/sharepoint/v3/contenttype/forms"/>
  </ds:schemaRefs>
</ds:datastoreItem>
</file>

<file path=customXml/itemProps2.xml><?xml version="1.0" encoding="utf-8"?>
<ds:datastoreItem xmlns:ds="http://schemas.openxmlformats.org/officeDocument/2006/customXml" ds:itemID="{C7834DE1-9528-4D55-8C0B-8195A373B8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8bd0b78-d398-4208-b4fc-90429c6f2d6d"/>
    <ds:schemaRef ds:uri="a50e5b1c-0da8-4c60-a444-78445c401d9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5949CC5-EF5A-485F-91F4-0208B04B84D5}">
  <ds:schemaRefs>
    <ds:schemaRef ds:uri="http://schemas.microsoft.com/office/2006/metadata/properties"/>
    <ds:schemaRef ds:uri="http://schemas.microsoft.com/office/infopath/2007/PartnerControls"/>
    <ds:schemaRef ds:uri="08bd0b78-d398-4208-b4fc-90429c6f2d6d"/>
    <ds:schemaRef ds:uri="a50e5b1c-0da8-4c60-a444-78445c401d93"/>
  </ds:schemaRefs>
</ds:datastoreItem>
</file>

<file path=docProps/app.xml><?xml version="1.0" encoding="utf-8"?>
<Properties xmlns="http://schemas.openxmlformats.org/officeDocument/2006/extended-properties" xmlns:vt="http://schemas.openxmlformats.org/officeDocument/2006/docPropsVTypes">
  <Template>2022_VITO_ppt_posters</Template>
  <TotalTime>0</TotalTime>
  <Words>988</Words>
  <Application>Microsoft Office PowerPoint</Application>
  <PresentationFormat>Custom</PresentationFormat>
  <Paragraphs>152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Cambria Math</vt:lpstr>
      <vt:lpstr>Futura-CondensedLight</vt:lpstr>
      <vt:lpstr>Times New Roman</vt:lpstr>
      <vt:lpstr>Wingdings</vt:lpstr>
      <vt:lpstr>VITO_2021</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Multiphysics simulation of effective electrical conductivity, permeability, porosity, and specific active area of Gas Diffusion Electrodes (GDE)</dc:title>
  <dc:creator>Ali Atyabi</dc:creator>
  <cp:lastModifiedBy>Seyedali ATYABI</cp:lastModifiedBy>
  <cp:revision>3</cp:revision>
  <dcterms:created xsi:type="dcterms:W3CDTF">2022-08-03T07:07:01Z</dcterms:created>
  <dcterms:modified xsi:type="dcterms:W3CDTF">2024-12-24T15:23:35Z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0x010100FF0FA7ABED9A874382BFBB018B77C938</vt:lpwstr>
  </property>
</Properties>
</file>