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4"/>
  </p:sldMasterIdLst>
  <p:notesMasterIdLst>
    <p:notesMasterId r:id="rId6"/>
  </p:notesMasterIdLst>
  <p:handoutMasterIdLst>
    <p:handoutMasterId r:id="rId7"/>
  </p:handoutMasterIdLst>
  <p:sldIdLst>
    <p:sldId id="262" r:id="rId5"/>
  </p:sldIdLst>
  <p:sldSz cx="29163963" cy="43565763"/>
  <p:notesSz cx="6797675" cy="9926638"/>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722">
          <p15:clr>
            <a:srgbClr val="A4A3A4"/>
          </p15:clr>
        </p15:guide>
        <p15:guide id="2" pos="918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79EB16A-C642-499B-DFAC-567C45D22D82}" name="Wim De Schepper" initials="WDS" userId="S::wim.deschepper@vito.be::7b1983d9-1648-42fe-9691-eb1b1ea482a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A6D9"/>
    <a:srgbClr val="F584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96AC52-1F04-49DA-ACC5-2CF759E6EFB5}" v="8" dt="2023-11-14T13:02:42.2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57" autoAdjust="0"/>
  </p:normalViewPr>
  <p:slideViewPr>
    <p:cSldViewPr snapToObjects="1">
      <p:cViewPr>
        <p:scale>
          <a:sx n="25" d="100"/>
          <a:sy n="25" d="100"/>
        </p:scale>
        <p:origin x="940" y="-2360"/>
      </p:cViewPr>
      <p:guideLst>
        <p:guide orient="horz" pos="13722"/>
        <p:guide pos="9186"/>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4" y="0"/>
            <a:ext cx="2945659" cy="496332"/>
          </a:xfrm>
          <a:prstGeom prst="rect">
            <a:avLst/>
          </a:prstGeom>
        </p:spPr>
        <p:txBody>
          <a:bodyPr vert="horz" lIns="91440" tIns="45720" rIns="91440" bIns="45720" rtlCol="0"/>
          <a:lstStyle>
            <a:lvl1pPr algn="r">
              <a:defRPr sz="1200"/>
            </a:lvl1pPr>
          </a:lstStyle>
          <a:p>
            <a:fld id="{7A764CCC-5C2F-D04C-AC96-87EA0B4749CE}" type="datetimeFigureOut">
              <a:rPr lang="en-US" smtClean="0"/>
              <a:t>12/24/2024</a:t>
            </a:fld>
            <a:endParaRPr lang="en-US"/>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4" y="9428583"/>
            <a:ext cx="2945659" cy="496332"/>
          </a:xfrm>
          <a:prstGeom prst="rect">
            <a:avLst/>
          </a:prstGeom>
        </p:spPr>
        <p:txBody>
          <a:bodyPr vert="horz" lIns="91440" tIns="45720" rIns="91440" bIns="45720" rtlCol="0" anchor="b"/>
          <a:lstStyle>
            <a:lvl1pPr algn="r">
              <a:defRPr sz="1200"/>
            </a:lvl1pPr>
          </a:lstStyle>
          <a:p>
            <a:fld id="{27AC9A21-9D5B-3B47-B0BE-C2AE8C402FFA}" type="slidenum">
              <a:rPr lang="en-US" smtClean="0"/>
              <a:t>‹#›</a:t>
            </a:fld>
            <a:endParaRPr lang="en-US"/>
          </a:p>
        </p:txBody>
      </p:sp>
    </p:spTree>
    <p:extLst>
      <p:ext uri="{BB962C8B-B14F-4D97-AF65-F5344CB8AC3E}">
        <p14:creationId xmlns:p14="http://schemas.microsoft.com/office/powerpoint/2010/main" val="11780555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0"/>
            <a:ext cx="2945659" cy="496332"/>
          </a:xfrm>
          <a:prstGeom prst="rect">
            <a:avLst/>
          </a:prstGeom>
        </p:spPr>
        <p:txBody>
          <a:bodyPr vert="horz" lIns="91440" tIns="45720" rIns="91440" bIns="45720" rtlCol="0"/>
          <a:lstStyle>
            <a:lvl1pPr algn="r">
              <a:defRPr sz="1200"/>
            </a:lvl1pPr>
          </a:lstStyle>
          <a:p>
            <a:fld id="{F57D6CDF-0B09-F74E-920F-9AFBB700415E}" type="datetimeFigureOut">
              <a:rPr lang="en-US" smtClean="0"/>
              <a:t>12/24/2024</a:t>
            </a:fld>
            <a:endParaRPr lang="en-US"/>
          </a:p>
        </p:txBody>
      </p:sp>
      <p:sp>
        <p:nvSpPr>
          <p:cNvPr id="4" name="Slide Image Placeholder 3"/>
          <p:cNvSpPr>
            <a:spLocks noGrp="1" noRot="1" noChangeAspect="1"/>
          </p:cNvSpPr>
          <p:nvPr>
            <p:ph type="sldImg" idx="2"/>
          </p:nvPr>
        </p:nvSpPr>
        <p:spPr>
          <a:xfrm>
            <a:off x="2154238" y="744538"/>
            <a:ext cx="2489200"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nl-BE"/>
              <a:t>Click to edit Master text styles</a:t>
            </a:r>
          </a:p>
          <a:p>
            <a:pPr lvl="1"/>
            <a:r>
              <a:rPr lang="nl-BE"/>
              <a:t>Second level</a:t>
            </a:r>
          </a:p>
          <a:p>
            <a:pPr lvl="2"/>
            <a:r>
              <a:rPr lang="nl-BE"/>
              <a:t>Third level</a:t>
            </a:r>
          </a:p>
          <a:p>
            <a:pPr lvl="3"/>
            <a:r>
              <a:rPr lang="nl-BE"/>
              <a:t>Fourth level</a:t>
            </a:r>
          </a:p>
          <a:p>
            <a:pPr lvl="4"/>
            <a:r>
              <a:rPr lang="nl-BE"/>
              <a:t>Fifth level</a:t>
            </a:r>
            <a:endParaRPr lang="en-US"/>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428583"/>
            <a:ext cx="2945659" cy="496332"/>
          </a:xfrm>
          <a:prstGeom prst="rect">
            <a:avLst/>
          </a:prstGeom>
        </p:spPr>
        <p:txBody>
          <a:bodyPr vert="horz" lIns="91440" tIns="45720" rIns="91440" bIns="45720" rtlCol="0" anchor="b"/>
          <a:lstStyle>
            <a:lvl1pPr algn="r">
              <a:defRPr sz="1200"/>
            </a:lvl1pPr>
          </a:lstStyle>
          <a:p>
            <a:fld id="{85C15962-8AE5-5740-AB31-8B502E33C75C}" type="slidenum">
              <a:rPr lang="en-US" smtClean="0"/>
              <a:t>‹#›</a:t>
            </a:fld>
            <a:endParaRPr lang="en-US"/>
          </a:p>
        </p:txBody>
      </p:sp>
    </p:spTree>
    <p:extLst>
      <p:ext uri="{BB962C8B-B14F-4D97-AF65-F5344CB8AC3E}">
        <p14:creationId xmlns:p14="http://schemas.microsoft.com/office/powerpoint/2010/main" val="336683180"/>
      </p:ext>
    </p:extLst>
  </p:cSld>
  <p:clrMap bg1="lt1" tx1="dk1" bg2="lt2" tx2="dk2" accent1="accent1" accent2="accent2" accent3="accent3" accent4="accent4" accent5="accent5" accent6="accent6" hlink="hlink" folHlink="folHlink"/>
  <p:hf hdr="0" ftr="0" dt="0"/>
  <p:notesStyle>
    <a:lvl1pPr marL="0" algn="l" defTabSz="2077974" rtl="0" eaLnBrk="1" latinLnBrk="0" hangingPunct="1">
      <a:defRPr sz="5500" kern="1200">
        <a:solidFill>
          <a:schemeClr val="tx1"/>
        </a:solidFill>
        <a:latin typeface="+mn-lt"/>
        <a:ea typeface="+mn-ea"/>
        <a:cs typeface="+mn-cs"/>
      </a:defRPr>
    </a:lvl1pPr>
    <a:lvl2pPr marL="2077974" algn="l" defTabSz="2077974" rtl="0" eaLnBrk="1" latinLnBrk="0" hangingPunct="1">
      <a:defRPr sz="5500" kern="1200">
        <a:solidFill>
          <a:schemeClr val="tx1"/>
        </a:solidFill>
        <a:latin typeface="+mn-lt"/>
        <a:ea typeface="+mn-ea"/>
        <a:cs typeface="+mn-cs"/>
      </a:defRPr>
    </a:lvl2pPr>
    <a:lvl3pPr marL="4155948" algn="l" defTabSz="2077974" rtl="0" eaLnBrk="1" latinLnBrk="0" hangingPunct="1">
      <a:defRPr sz="5500" kern="1200">
        <a:solidFill>
          <a:schemeClr val="tx1"/>
        </a:solidFill>
        <a:latin typeface="+mn-lt"/>
        <a:ea typeface="+mn-ea"/>
        <a:cs typeface="+mn-cs"/>
      </a:defRPr>
    </a:lvl3pPr>
    <a:lvl4pPr marL="6233922" algn="l" defTabSz="2077974" rtl="0" eaLnBrk="1" latinLnBrk="0" hangingPunct="1">
      <a:defRPr sz="5500" kern="1200">
        <a:solidFill>
          <a:schemeClr val="tx1"/>
        </a:solidFill>
        <a:latin typeface="+mn-lt"/>
        <a:ea typeface="+mn-ea"/>
        <a:cs typeface="+mn-cs"/>
      </a:defRPr>
    </a:lvl4pPr>
    <a:lvl5pPr marL="8311896" algn="l" defTabSz="2077974" rtl="0" eaLnBrk="1" latinLnBrk="0" hangingPunct="1">
      <a:defRPr sz="5500" kern="1200">
        <a:solidFill>
          <a:schemeClr val="tx1"/>
        </a:solidFill>
        <a:latin typeface="+mn-lt"/>
        <a:ea typeface="+mn-ea"/>
        <a:cs typeface="+mn-cs"/>
      </a:defRPr>
    </a:lvl5pPr>
    <a:lvl6pPr marL="10389870" algn="l" defTabSz="2077974" rtl="0" eaLnBrk="1" latinLnBrk="0" hangingPunct="1">
      <a:defRPr sz="5500" kern="1200">
        <a:solidFill>
          <a:schemeClr val="tx1"/>
        </a:solidFill>
        <a:latin typeface="+mn-lt"/>
        <a:ea typeface="+mn-ea"/>
        <a:cs typeface="+mn-cs"/>
      </a:defRPr>
    </a:lvl6pPr>
    <a:lvl7pPr marL="12467844" algn="l" defTabSz="2077974" rtl="0" eaLnBrk="1" latinLnBrk="0" hangingPunct="1">
      <a:defRPr sz="5500" kern="1200">
        <a:solidFill>
          <a:schemeClr val="tx1"/>
        </a:solidFill>
        <a:latin typeface="+mn-lt"/>
        <a:ea typeface="+mn-ea"/>
        <a:cs typeface="+mn-cs"/>
      </a:defRPr>
    </a:lvl7pPr>
    <a:lvl8pPr marL="14545818" algn="l" defTabSz="2077974" rtl="0" eaLnBrk="1" latinLnBrk="0" hangingPunct="1">
      <a:defRPr sz="5500" kern="1200">
        <a:solidFill>
          <a:schemeClr val="tx1"/>
        </a:solidFill>
        <a:latin typeface="+mn-lt"/>
        <a:ea typeface="+mn-ea"/>
        <a:cs typeface="+mn-cs"/>
      </a:defRPr>
    </a:lvl8pPr>
    <a:lvl9pPr marL="16623792" algn="l" defTabSz="2077974" rtl="0" eaLnBrk="1" latinLnBrk="0" hangingPunct="1">
      <a:defRPr sz="5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13.png"/><Relationship Id="rId9"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_VITO_general">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grpSp>
        <p:nvGrpSpPr>
          <p:cNvPr id="2" name="Group 1">
            <a:extLst>
              <a:ext uri="{FF2B5EF4-FFF2-40B4-BE49-F238E27FC236}">
                <a16:creationId xmlns:a16="http://schemas.microsoft.com/office/drawing/2014/main" id="{53F702C0-ECBF-4A66-90D2-99373667314A}"/>
              </a:ext>
            </a:extLst>
          </p:cNvPr>
          <p:cNvGrpSpPr/>
          <p:nvPr userDrawn="1"/>
        </p:nvGrpSpPr>
        <p:grpSpPr>
          <a:xfrm>
            <a:off x="6777755" y="339011"/>
            <a:ext cx="8952149" cy="1147924"/>
            <a:chOff x="6777754" y="339011"/>
            <a:chExt cx="13081220" cy="1677390"/>
          </a:xfrm>
        </p:grpSpPr>
        <p:pic>
          <p:nvPicPr>
            <p:cNvPr id="1026"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p:blipFill>
          <p:spPr bwMode="auto">
            <a:xfrm>
              <a:off x="6777754"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p:blipFill>
          <p:spPr bwMode="auto">
            <a:xfrm>
              <a:off x="8423162"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p:blipFill>
          <p:spPr bwMode="auto">
            <a:xfrm>
              <a:off x="10068322"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p:cNvPicPr>
              <a:picLocks noChangeAspect="1" noChangeArrowheads="1"/>
            </p:cNvPicPr>
            <p:nvPr userDrawn="1"/>
          </p:nvPicPr>
          <p:blipFill>
            <a:blip r:embed="rId7" cstate="email">
              <a:extLst>
                <a:ext uri="{28A0092B-C50C-407E-A947-70E740481C1C}">
                  <a14:useLocalDpi xmlns:a14="http://schemas.microsoft.com/office/drawing/2010/main"/>
                </a:ext>
              </a:extLst>
            </a:blip>
            <a:srcRect/>
            <a:stretch/>
          </p:blipFill>
          <p:spPr bwMode="auto">
            <a:xfrm>
              <a:off x="1171348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p:cNvPicPr>
              <a:picLocks noChangeAspect="1" noChangeArrowheads="1"/>
            </p:cNvPicPr>
            <p:nvPr userDrawn="1"/>
          </p:nvPicPr>
          <p:blipFill>
            <a:blip r:embed="rId8" cstate="email">
              <a:extLst>
                <a:ext uri="{28A0092B-C50C-407E-A947-70E740481C1C}">
                  <a14:useLocalDpi xmlns:a14="http://schemas.microsoft.com/office/drawing/2010/main"/>
                </a:ext>
              </a:extLst>
            </a:blip>
            <a:srcRect/>
            <a:stretch/>
          </p:blipFill>
          <p:spPr bwMode="auto">
            <a:xfrm>
              <a:off x="14891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a:extLst>
                <a:ext uri="{FF2B5EF4-FFF2-40B4-BE49-F238E27FC236}">
                  <a16:creationId xmlns:a16="http://schemas.microsoft.com/office/drawing/2014/main" id="{D46424D0-1234-4EDA-863E-CEE0DD556DDB}"/>
                </a:ext>
              </a:extLst>
            </p:cNvPr>
            <p:cNvPicPr>
              <a:picLocks noChangeAspect="1" noChangeArrowheads="1"/>
            </p:cNvPicPr>
            <p:nvPr userDrawn="1"/>
          </p:nvPicPr>
          <p:blipFill>
            <a:blip r:embed="rId9" cstate="email">
              <a:extLst>
                <a:ext uri="{28A0092B-C50C-407E-A947-70E740481C1C}">
                  <a14:useLocalDpi xmlns:a14="http://schemas.microsoft.com/office/drawing/2010/main"/>
                </a:ext>
              </a:extLst>
            </a:blip>
            <a:srcRect/>
            <a:stretch/>
          </p:blipFill>
          <p:spPr bwMode="auto">
            <a:xfrm>
              <a:off x="16568659"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a:extLst>
                <a:ext uri="{FF2B5EF4-FFF2-40B4-BE49-F238E27FC236}">
                  <a16:creationId xmlns:a16="http://schemas.microsoft.com/office/drawing/2014/main" id="{5E32614A-09A5-42D6-ACF1-8E2827686D23}"/>
                </a:ext>
              </a:extLst>
            </p:cNvPr>
            <p:cNvPicPr>
              <a:picLocks noChangeAspect="1" noChangeArrowheads="1"/>
            </p:cNvPicPr>
            <p:nvPr userDrawn="1"/>
          </p:nvPicPr>
          <p:blipFill>
            <a:blip r:embed="rId10" cstate="email">
              <a:extLst>
                <a:ext uri="{28A0092B-C50C-407E-A947-70E740481C1C}">
                  <a14:useLocalDpi xmlns:a14="http://schemas.microsoft.com/office/drawing/2010/main"/>
                </a:ext>
              </a:extLst>
            </a:blip>
            <a:srcRect/>
            <a:stretch/>
          </p:blipFill>
          <p:spPr bwMode="auto">
            <a:xfrm>
              <a:off x="18181585"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a:extLst>
                <a:ext uri="{FF2B5EF4-FFF2-40B4-BE49-F238E27FC236}">
                  <a16:creationId xmlns:a16="http://schemas.microsoft.com/office/drawing/2014/main" id="{4073EA5D-4769-43A7-8C4E-792EE25C537E}"/>
                </a:ext>
              </a:extLst>
            </p:cNvPr>
            <p:cNvPicPr>
              <a:picLocks noChangeAspect="1" noChangeArrowheads="1"/>
            </p:cNvPicPr>
            <p:nvPr userDrawn="1"/>
          </p:nvPicPr>
          <p:blipFill>
            <a:blip r:embed="rId11" cstate="email">
              <a:extLst>
                <a:ext uri="{28A0092B-C50C-407E-A947-70E740481C1C}">
                  <a14:useLocalDpi xmlns:a14="http://schemas.microsoft.com/office/drawing/2010/main"/>
                </a:ext>
              </a:extLst>
            </a:blip>
            <a:srcRect/>
            <a:stretch/>
          </p:blipFill>
          <p:spPr bwMode="auto">
            <a:xfrm>
              <a:off x="13257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26520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_VITO_chemistry">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46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_VITO_energy">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175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_VITO_materials">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173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_VITO_health">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34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_VITO_remote sensing">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4067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_VITO_land">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91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_VITO_air">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599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_VITO_water">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50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creen - with Deivice">
    <p:bg>
      <p:bgPr>
        <a:solidFill>
          <a:schemeClr val="accent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8B97DBE-CE18-664E-B3DE-0B7964E48F3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28459" y="41793853"/>
            <a:ext cx="4268279" cy="1543157"/>
          </a:xfrm>
          <a:prstGeom prst="rect">
            <a:avLst/>
          </a:prstGeom>
        </p:spPr>
      </p:pic>
      <p:sp>
        <p:nvSpPr>
          <p:cNvPr id="11" name="TextBox 10">
            <a:extLst>
              <a:ext uri="{FF2B5EF4-FFF2-40B4-BE49-F238E27FC236}">
                <a16:creationId xmlns:a16="http://schemas.microsoft.com/office/drawing/2014/main" id="{A1379C90-2ABC-9044-B12A-55243AA9ECBD}"/>
              </a:ext>
            </a:extLst>
          </p:cNvPr>
          <p:cNvSpPr txBox="1"/>
          <p:nvPr userDrawn="1"/>
        </p:nvSpPr>
        <p:spPr>
          <a:xfrm>
            <a:off x="24612053" y="42078980"/>
            <a:ext cx="3413145" cy="972905"/>
          </a:xfrm>
          <a:prstGeom prst="rect">
            <a:avLst/>
          </a:prstGeom>
          <a:noFill/>
        </p:spPr>
        <p:txBody>
          <a:bodyPr wrap="square" rtlCol="0">
            <a:spAutoFit/>
          </a:bodyPr>
          <a:lstStyle/>
          <a:p>
            <a:pPr algn="r">
              <a:spcBef>
                <a:spcPts val="1429"/>
              </a:spcBef>
            </a:pPr>
            <a:r>
              <a:rPr lang="en-GB" sz="5717" b="1" noProof="1">
                <a:solidFill>
                  <a:schemeClr val="bg1"/>
                </a:solidFill>
              </a:rPr>
              <a:t>vito.be</a:t>
            </a:r>
          </a:p>
        </p:txBody>
      </p:sp>
      <p:sp>
        <p:nvSpPr>
          <p:cNvPr id="2" name="Title 1">
            <a:extLst>
              <a:ext uri="{FF2B5EF4-FFF2-40B4-BE49-F238E27FC236}">
                <a16:creationId xmlns:a16="http://schemas.microsoft.com/office/drawing/2014/main" id="{50F5E257-BD25-430C-953C-653125317323}"/>
              </a:ext>
            </a:extLst>
          </p:cNvPr>
          <p:cNvSpPr>
            <a:spLocks noGrp="1"/>
          </p:cNvSpPr>
          <p:nvPr>
            <p:ph type="title"/>
          </p:nvPr>
        </p:nvSpPr>
        <p:spPr>
          <a:xfrm>
            <a:off x="2005023" y="2319477"/>
            <a:ext cx="25393640" cy="2109476"/>
          </a:xfrm>
        </p:spPr>
        <p:txBody>
          <a:bodyPr anchor="t"/>
          <a:lstStyle>
            <a:lvl1pPr>
              <a:defRPr>
                <a:solidFill>
                  <a:schemeClr val="bg1"/>
                </a:solidFill>
              </a:defRPr>
            </a:lvl1pPr>
          </a:lstStyle>
          <a:p>
            <a:r>
              <a:rPr lang="en-US"/>
              <a:t>Click to edit Master title style</a:t>
            </a:r>
            <a:endParaRPr lang="nl-NL"/>
          </a:p>
        </p:txBody>
      </p:sp>
      <p:sp>
        <p:nvSpPr>
          <p:cNvPr id="4" name="Text Placeholder 3">
            <a:extLst>
              <a:ext uri="{FF2B5EF4-FFF2-40B4-BE49-F238E27FC236}">
                <a16:creationId xmlns:a16="http://schemas.microsoft.com/office/drawing/2014/main" id="{3807E08B-3115-4FE2-82B3-D454CD973E86}"/>
              </a:ext>
            </a:extLst>
          </p:cNvPr>
          <p:cNvSpPr>
            <a:spLocks noGrp="1"/>
          </p:cNvSpPr>
          <p:nvPr>
            <p:ph type="body" sz="quarter" idx="10"/>
          </p:nvPr>
        </p:nvSpPr>
        <p:spPr>
          <a:xfrm>
            <a:off x="2005013" y="22718984"/>
            <a:ext cx="25393650" cy="1852730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grpSp>
        <p:nvGrpSpPr>
          <p:cNvPr id="7" name="Group 26">
            <a:extLst>
              <a:ext uri="{FF2B5EF4-FFF2-40B4-BE49-F238E27FC236}">
                <a16:creationId xmlns:a16="http://schemas.microsoft.com/office/drawing/2014/main" id="{E5252A56-1D5C-4B64-AB6C-6720CD5E0D1A}"/>
              </a:ext>
            </a:extLst>
          </p:cNvPr>
          <p:cNvGrpSpPr>
            <a:grpSpLocks/>
          </p:cNvGrpSpPr>
          <p:nvPr userDrawn="1"/>
        </p:nvGrpSpPr>
        <p:grpSpPr bwMode="auto">
          <a:xfrm>
            <a:off x="180975" y="180975"/>
            <a:ext cx="28802013" cy="43194288"/>
            <a:chOff x="114" y="114"/>
            <a:chExt cx="18143" cy="27209"/>
          </a:xfrm>
        </p:grpSpPr>
        <p:grpSp>
          <p:nvGrpSpPr>
            <p:cNvPr id="8" name="Group 27">
              <a:extLst>
                <a:ext uri="{FF2B5EF4-FFF2-40B4-BE49-F238E27FC236}">
                  <a16:creationId xmlns:a16="http://schemas.microsoft.com/office/drawing/2014/main" id="{F8D5449F-9F26-4CAD-8854-67DDCCA4C4B2}"/>
                </a:ext>
              </a:extLst>
            </p:cNvPr>
            <p:cNvGrpSpPr>
              <a:grpSpLocks/>
            </p:cNvGrpSpPr>
            <p:nvPr userDrawn="1"/>
          </p:nvGrpSpPr>
          <p:grpSpPr bwMode="auto">
            <a:xfrm>
              <a:off x="114" y="114"/>
              <a:ext cx="317" cy="317"/>
              <a:chOff x="114" y="114"/>
              <a:chExt cx="317" cy="317"/>
            </a:xfrm>
          </p:grpSpPr>
          <p:sp>
            <p:nvSpPr>
              <p:cNvPr id="22" name="Line 28">
                <a:extLst>
                  <a:ext uri="{FF2B5EF4-FFF2-40B4-BE49-F238E27FC236}">
                    <a16:creationId xmlns:a16="http://schemas.microsoft.com/office/drawing/2014/main" id="{38416D69-0139-4DF4-BA28-74AE2CBCDDE7}"/>
                  </a:ext>
                </a:extLst>
              </p:cNvPr>
              <p:cNvSpPr>
                <a:spLocks noChangeShapeType="1"/>
              </p:cNvSpPr>
              <p:nvPr/>
            </p:nvSpPr>
            <p:spPr bwMode="auto">
              <a:xfrm>
                <a:off x="114" y="250"/>
                <a:ext cx="0" cy="181"/>
              </a:xfrm>
              <a:prstGeom prst="line">
                <a:avLst/>
              </a:prstGeom>
              <a:noFill/>
              <a:ln w="9525">
                <a:solidFill>
                  <a:schemeClr val="bg1"/>
                </a:solidFill>
                <a:round/>
                <a:headEnd/>
                <a:tailEnd/>
              </a:ln>
              <a:effectLst/>
            </p:spPr>
            <p:txBody>
              <a:bodyPr/>
              <a:lstStyle/>
              <a:p>
                <a:endParaRPr lang="nl-BE"/>
              </a:p>
            </p:txBody>
          </p:sp>
          <p:sp>
            <p:nvSpPr>
              <p:cNvPr id="23" name="Line 29">
                <a:extLst>
                  <a:ext uri="{FF2B5EF4-FFF2-40B4-BE49-F238E27FC236}">
                    <a16:creationId xmlns:a16="http://schemas.microsoft.com/office/drawing/2014/main" id="{76D2DDD9-C1C3-44DF-971F-6DB3A3E013A6}"/>
                  </a:ext>
                </a:extLst>
              </p:cNvPr>
              <p:cNvSpPr>
                <a:spLocks noChangeShapeType="1"/>
              </p:cNvSpPr>
              <p:nvPr/>
            </p:nvSpPr>
            <p:spPr bwMode="auto">
              <a:xfrm>
                <a:off x="204" y="114"/>
                <a:ext cx="227" cy="0"/>
              </a:xfrm>
              <a:prstGeom prst="line">
                <a:avLst/>
              </a:prstGeom>
              <a:noFill/>
              <a:ln w="9525">
                <a:solidFill>
                  <a:schemeClr val="bg1"/>
                </a:solidFill>
                <a:round/>
                <a:headEnd/>
                <a:tailEnd/>
              </a:ln>
              <a:effectLst/>
            </p:spPr>
            <p:txBody>
              <a:bodyPr/>
              <a:lstStyle/>
              <a:p>
                <a:endParaRPr lang="nl-BE"/>
              </a:p>
            </p:txBody>
          </p:sp>
        </p:grpSp>
        <p:grpSp>
          <p:nvGrpSpPr>
            <p:cNvPr id="9" name="Group 30">
              <a:extLst>
                <a:ext uri="{FF2B5EF4-FFF2-40B4-BE49-F238E27FC236}">
                  <a16:creationId xmlns:a16="http://schemas.microsoft.com/office/drawing/2014/main" id="{EAAB4640-0DD5-478E-84FF-A0D40296AF3B}"/>
                </a:ext>
              </a:extLst>
            </p:cNvPr>
            <p:cNvGrpSpPr>
              <a:grpSpLocks/>
            </p:cNvGrpSpPr>
            <p:nvPr userDrawn="1"/>
          </p:nvGrpSpPr>
          <p:grpSpPr bwMode="auto">
            <a:xfrm>
              <a:off x="114" y="114"/>
              <a:ext cx="18143" cy="27209"/>
              <a:chOff x="114" y="114"/>
              <a:chExt cx="18143" cy="27209"/>
            </a:xfrm>
          </p:grpSpPr>
          <p:grpSp>
            <p:nvGrpSpPr>
              <p:cNvPr id="10" name="Group 31">
                <a:extLst>
                  <a:ext uri="{FF2B5EF4-FFF2-40B4-BE49-F238E27FC236}">
                    <a16:creationId xmlns:a16="http://schemas.microsoft.com/office/drawing/2014/main" id="{6AA84242-688C-4330-B3E4-66CAB34EC8EB}"/>
                  </a:ext>
                </a:extLst>
              </p:cNvPr>
              <p:cNvGrpSpPr>
                <a:grpSpLocks/>
              </p:cNvGrpSpPr>
              <p:nvPr userDrawn="1"/>
            </p:nvGrpSpPr>
            <p:grpSpPr bwMode="auto">
              <a:xfrm>
                <a:off x="17849" y="114"/>
                <a:ext cx="408" cy="317"/>
                <a:chOff x="17849" y="114"/>
                <a:chExt cx="408" cy="317"/>
              </a:xfrm>
            </p:grpSpPr>
            <p:sp>
              <p:nvSpPr>
                <p:cNvPr id="20" name="Line 32">
                  <a:extLst>
                    <a:ext uri="{FF2B5EF4-FFF2-40B4-BE49-F238E27FC236}">
                      <a16:creationId xmlns:a16="http://schemas.microsoft.com/office/drawing/2014/main" id="{2B10760A-9705-4B0A-95C7-C50E31F73B9C}"/>
                    </a:ext>
                  </a:extLst>
                </p:cNvPr>
                <p:cNvSpPr>
                  <a:spLocks noChangeShapeType="1"/>
                </p:cNvSpPr>
                <p:nvPr/>
              </p:nvSpPr>
              <p:spPr bwMode="auto">
                <a:xfrm>
                  <a:off x="18257" y="250"/>
                  <a:ext cx="0" cy="181"/>
                </a:xfrm>
                <a:prstGeom prst="line">
                  <a:avLst/>
                </a:prstGeom>
                <a:noFill/>
                <a:ln w="9525">
                  <a:solidFill>
                    <a:schemeClr val="bg1"/>
                  </a:solidFill>
                  <a:round/>
                  <a:headEnd/>
                  <a:tailEnd/>
                </a:ln>
                <a:effectLst/>
              </p:spPr>
              <p:txBody>
                <a:bodyPr/>
                <a:lstStyle/>
                <a:p>
                  <a:endParaRPr lang="nl-BE"/>
                </a:p>
              </p:txBody>
            </p:sp>
            <p:sp>
              <p:nvSpPr>
                <p:cNvPr id="21" name="Line 33">
                  <a:extLst>
                    <a:ext uri="{FF2B5EF4-FFF2-40B4-BE49-F238E27FC236}">
                      <a16:creationId xmlns:a16="http://schemas.microsoft.com/office/drawing/2014/main" id="{07A27610-CEA7-49CC-9A37-1E8FDB10BB14}"/>
                    </a:ext>
                  </a:extLst>
                </p:cNvPr>
                <p:cNvSpPr>
                  <a:spLocks noChangeShapeType="1"/>
                </p:cNvSpPr>
                <p:nvPr/>
              </p:nvSpPr>
              <p:spPr bwMode="auto">
                <a:xfrm>
                  <a:off x="17849" y="114"/>
                  <a:ext cx="227" cy="0"/>
                </a:xfrm>
                <a:prstGeom prst="line">
                  <a:avLst/>
                </a:prstGeom>
                <a:noFill/>
                <a:ln w="9525">
                  <a:solidFill>
                    <a:schemeClr val="bg1"/>
                  </a:solidFill>
                  <a:round/>
                  <a:headEnd/>
                  <a:tailEnd/>
                </a:ln>
                <a:effectLst/>
              </p:spPr>
              <p:txBody>
                <a:bodyPr/>
                <a:lstStyle/>
                <a:p>
                  <a:endParaRPr lang="nl-BE"/>
                </a:p>
              </p:txBody>
            </p:sp>
          </p:grpSp>
          <p:grpSp>
            <p:nvGrpSpPr>
              <p:cNvPr id="13" name="Group 34">
                <a:extLst>
                  <a:ext uri="{FF2B5EF4-FFF2-40B4-BE49-F238E27FC236}">
                    <a16:creationId xmlns:a16="http://schemas.microsoft.com/office/drawing/2014/main" id="{B7313661-6805-4286-B21F-352DE01C4C6C}"/>
                  </a:ext>
                </a:extLst>
              </p:cNvPr>
              <p:cNvGrpSpPr>
                <a:grpSpLocks/>
              </p:cNvGrpSpPr>
              <p:nvPr userDrawn="1"/>
            </p:nvGrpSpPr>
            <p:grpSpPr bwMode="auto">
              <a:xfrm>
                <a:off x="114" y="26966"/>
                <a:ext cx="18143" cy="357"/>
                <a:chOff x="114" y="26966"/>
                <a:chExt cx="18143" cy="357"/>
              </a:xfrm>
            </p:grpSpPr>
            <p:grpSp>
              <p:nvGrpSpPr>
                <p:cNvPr id="14" name="Group 35">
                  <a:extLst>
                    <a:ext uri="{FF2B5EF4-FFF2-40B4-BE49-F238E27FC236}">
                      <a16:creationId xmlns:a16="http://schemas.microsoft.com/office/drawing/2014/main" id="{B0B42D38-CC1E-46FA-BE82-E037A849A998}"/>
                    </a:ext>
                  </a:extLst>
                </p:cNvPr>
                <p:cNvGrpSpPr>
                  <a:grpSpLocks/>
                </p:cNvGrpSpPr>
                <p:nvPr userDrawn="1"/>
              </p:nvGrpSpPr>
              <p:grpSpPr bwMode="auto">
                <a:xfrm>
                  <a:off x="114" y="26966"/>
                  <a:ext cx="345" cy="357"/>
                  <a:chOff x="114" y="26966"/>
                  <a:chExt cx="345" cy="357"/>
                </a:xfrm>
              </p:grpSpPr>
              <p:sp>
                <p:nvSpPr>
                  <p:cNvPr id="18" name="Line 36">
                    <a:extLst>
                      <a:ext uri="{FF2B5EF4-FFF2-40B4-BE49-F238E27FC236}">
                        <a16:creationId xmlns:a16="http://schemas.microsoft.com/office/drawing/2014/main" id="{CFEB36B3-F93D-4A76-9364-6A51C4D08811}"/>
                      </a:ext>
                    </a:extLst>
                  </p:cNvPr>
                  <p:cNvSpPr>
                    <a:spLocks noChangeShapeType="1"/>
                  </p:cNvSpPr>
                  <p:nvPr/>
                </p:nvSpPr>
                <p:spPr bwMode="auto">
                  <a:xfrm>
                    <a:off x="232" y="27323"/>
                    <a:ext cx="227" cy="0"/>
                  </a:xfrm>
                  <a:prstGeom prst="line">
                    <a:avLst/>
                  </a:prstGeom>
                  <a:noFill/>
                  <a:ln w="9525">
                    <a:solidFill>
                      <a:schemeClr val="bg1"/>
                    </a:solidFill>
                    <a:round/>
                    <a:headEnd/>
                    <a:tailEnd/>
                  </a:ln>
                  <a:effectLst/>
                </p:spPr>
                <p:txBody>
                  <a:bodyPr/>
                  <a:lstStyle/>
                  <a:p>
                    <a:endParaRPr lang="nl-BE"/>
                  </a:p>
                </p:txBody>
              </p:sp>
              <p:sp>
                <p:nvSpPr>
                  <p:cNvPr id="19" name="Line 37">
                    <a:extLst>
                      <a:ext uri="{FF2B5EF4-FFF2-40B4-BE49-F238E27FC236}">
                        <a16:creationId xmlns:a16="http://schemas.microsoft.com/office/drawing/2014/main" id="{5124C003-055A-49D9-94AF-F323D84B43E9}"/>
                      </a:ext>
                    </a:extLst>
                  </p:cNvPr>
                  <p:cNvSpPr>
                    <a:spLocks noChangeShapeType="1"/>
                  </p:cNvSpPr>
                  <p:nvPr/>
                </p:nvSpPr>
                <p:spPr bwMode="auto">
                  <a:xfrm>
                    <a:off x="114" y="26966"/>
                    <a:ext cx="0" cy="181"/>
                  </a:xfrm>
                  <a:prstGeom prst="line">
                    <a:avLst/>
                  </a:prstGeom>
                  <a:noFill/>
                  <a:ln w="9525">
                    <a:solidFill>
                      <a:schemeClr val="bg1"/>
                    </a:solidFill>
                    <a:round/>
                    <a:headEnd/>
                    <a:tailEnd/>
                  </a:ln>
                  <a:effectLst/>
                </p:spPr>
                <p:txBody>
                  <a:bodyPr/>
                  <a:lstStyle/>
                  <a:p>
                    <a:endParaRPr lang="nl-BE"/>
                  </a:p>
                </p:txBody>
              </p:sp>
            </p:grpSp>
            <p:grpSp>
              <p:nvGrpSpPr>
                <p:cNvPr id="15" name="Group 38">
                  <a:extLst>
                    <a:ext uri="{FF2B5EF4-FFF2-40B4-BE49-F238E27FC236}">
                      <a16:creationId xmlns:a16="http://schemas.microsoft.com/office/drawing/2014/main" id="{19744BDB-49C9-4830-A765-25109F34E399}"/>
                    </a:ext>
                  </a:extLst>
                </p:cNvPr>
                <p:cNvGrpSpPr>
                  <a:grpSpLocks/>
                </p:cNvGrpSpPr>
                <p:nvPr userDrawn="1"/>
              </p:nvGrpSpPr>
              <p:grpSpPr bwMode="auto">
                <a:xfrm>
                  <a:off x="17877" y="26966"/>
                  <a:ext cx="380" cy="357"/>
                  <a:chOff x="17877" y="26966"/>
                  <a:chExt cx="380" cy="357"/>
                </a:xfrm>
              </p:grpSpPr>
              <p:sp>
                <p:nvSpPr>
                  <p:cNvPr id="16" name="Line 39">
                    <a:extLst>
                      <a:ext uri="{FF2B5EF4-FFF2-40B4-BE49-F238E27FC236}">
                        <a16:creationId xmlns:a16="http://schemas.microsoft.com/office/drawing/2014/main" id="{9F2823A8-E762-4AE3-856F-1CE14DF7D12C}"/>
                      </a:ext>
                    </a:extLst>
                  </p:cNvPr>
                  <p:cNvSpPr>
                    <a:spLocks noChangeShapeType="1"/>
                  </p:cNvSpPr>
                  <p:nvPr/>
                </p:nvSpPr>
                <p:spPr bwMode="auto">
                  <a:xfrm>
                    <a:off x="17877" y="27323"/>
                    <a:ext cx="227" cy="0"/>
                  </a:xfrm>
                  <a:prstGeom prst="line">
                    <a:avLst/>
                  </a:prstGeom>
                  <a:noFill/>
                  <a:ln w="9525">
                    <a:solidFill>
                      <a:schemeClr val="bg1"/>
                    </a:solidFill>
                    <a:round/>
                    <a:headEnd/>
                    <a:tailEnd/>
                  </a:ln>
                  <a:effectLst/>
                </p:spPr>
                <p:txBody>
                  <a:bodyPr/>
                  <a:lstStyle/>
                  <a:p>
                    <a:endParaRPr lang="nl-BE"/>
                  </a:p>
                </p:txBody>
              </p:sp>
              <p:sp>
                <p:nvSpPr>
                  <p:cNvPr id="17" name="Line 40">
                    <a:extLst>
                      <a:ext uri="{FF2B5EF4-FFF2-40B4-BE49-F238E27FC236}">
                        <a16:creationId xmlns:a16="http://schemas.microsoft.com/office/drawing/2014/main" id="{015752DF-C20E-4519-AD6D-59714467B4C0}"/>
                      </a:ext>
                    </a:extLst>
                  </p:cNvPr>
                  <p:cNvSpPr>
                    <a:spLocks noChangeShapeType="1"/>
                  </p:cNvSpPr>
                  <p:nvPr/>
                </p:nvSpPr>
                <p:spPr bwMode="auto">
                  <a:xfrm>
                    <a:off x="18257" y="26966"/>
                    <a:ext cx="0" cy="181"/>
                  </a:xfrm>
                  <a:prstGeom prst="line">
                    <a:avLst/>
                  </a:prstGeom>
                  <a:noFill/>
                  <a:ln w="9525">
                    <a:solidFill>
                      <a:schemeClr val="bg1"/>
                    </a:solidFill>
                    <a:round/>
                    <a:headEnd/>
                    <a:tailEnd/>
                  </a:ln>
                  <a:effectLst/>
                </p:spPr>
                <p:txBody>
                  <a:bodyPr/>
                  <a:lstStyle/>
                  <a:p>
                    <a:endParaRPr lang="nl-BE"/>
                  </a:p>
                </p:txBody>
              </p:sp>
            </p:grpSp>
          </p:grpSp>
        </p:grpSp>
      </p:grpSp>
      <p:sp>
        <p:nvSpPr>
          <p:cNvPr id="6" name="Picture Placeholder 5">
            <a:extLst>
              <a:ext uri="{FF2B5EF4-FFF2-40B4-BE49-F238E27FC236}">
                <a16:creationId xmlns:a16="http://schemas.microsoft.com/office/drawing/2014/main" id="{3E6685BE-24E0-4537-B4CE-173C597F142A}"/>
              </a:ext>
            </a:extLst>
          </p:cNvPr>
          <p:cNvSpPr>
            <a:spLocks noGrp="1"/>
          </p:cNvSpPr>
          <p:nvPr>
            <p:ph type="pic" sz="quarter" idx="11"/>
          </p:nvPr>
        </p:nvSpPr>
        <p:spPr>
          <a:xfrm>
            <a:off x="2005013" y="5005388"/>
            <a:ext cx="25393650" cy="17210087"/>
          </a:xfrm>
        </p:spPr>
        <p:txBody>
          <a:bodyPr/>
          <a:lstStyle/>
          <a:p>
            <a:r>
              <a:rPr lang="en-US"/>
              <a:t>Click icon to add picture</a:t>
            </a:r>
            <a:endParaRPr lang="nl-NL"/>
          </a:p>
        </p:txBody>
      </p:sp>
      <p:pic>
        <p:nvPicPr>
          <p:cNvPr id="25" name="Picture 24">
            <a:extLst>
              <a:ext uri="{FF2B5EF4-FFF2-40B4-BE49-F238E27FC236}">
                <a16:creationId xmlns:a16="http://schemas.microsoft.com/office/drawing/2014/main" id="{A73A2F3D-CAE7-44AC-8E01-EEFB6DD0137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152679" y="5148415"/>
            <a:ext cx="16858604" cy="16924032"/>
          </a:xfrm>
          <a:prstGeom prst="rect">
            <a:avLst/>
          </a:prstGeom>
        </p:spPr>
      </p:pic>
      <p:pic>
        <p:nvPicPr>
          <p:cNvPr id="24" name="Afbeelding 1">
            <a:extLst>
              <a:ext uri="{FF2B5EF4-FFF2-40B4-BE49-F238E27FC236}">
                <a16:creationId xmlns:a16="http://schemas.microsoft.com/office/drawing/2014/main" id="{F4AB9041-0EE5-41CB-9256-1FC2465B5020}"/>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981982" y="220314"/>
            <a:ext cx="4789617" cy="1738805"/>
          </a:xfrm>
          <a:prstGeom prst="rect">
            <a:avLst/>
          </a:prstGeom>
        </p:spPr>
      </p:pic>
      <p:grpSp>
        <p:nvGrpSpPr>
          <p:cNvPr id="31" name="Group 30">
            <a:extLst>
              <a:ext uri="{FF2B5EF4-FFF2-40B4-BE49-F238E27FC236}">
                <a16:creationId xmlns:a16="http://schemas.microsoft.com/office/drawing/2014/main" id="{191656FF-EDB4-4147-87DC-BD13F296D668}"/>
              </a:ext>
            </a:extLst>
          </p:cNvPr>
          <p:cNvGrpSpPr/>
          <p:nvPr userDrawn="1"/>
        </p:nvGrpSpPr>
        <p:grpSpPr>
          <a:xfrm>
            <a:off x="6777755" y="339011"/>
            <a:ext cx="8952149" cy="1147924"/>
            <a:chOff x="6777754" y="339011"/>
            <a:chExt cx="13081220" cy="1677390"/>
          </a:xfrm>
        </p:grpSpPr>
        <p:pic>
          <p:nvPicPr>
            <p:cNvPr id="32" name="Picture 2">
              <a:extLst>
                <a:ext uri="{FF2B5EF4-FFF2-40B4-BE49-F238E27FC236}">
                  <a16:creationId xmlns:a16="http://schemas.microsoft.com/office/drawing/2014/main" id="{DB0074D2-B3EC-490F-9C1A-4FC0259DF155}"/>
                </a:ext>
              </a:extLst>
            </p:cNvPr>
            <p:cNvPicPr>
              <a:picLocks noChangeAspect="1" noChangeArrowheads="1"/>
            </p:cNvPicPr>
            <p:nvPr userDrawn="1"/>
          </p:nvPicPr>
          <p:blipFill>
            <a:blip r:embed="rId5" cstate="email">
              <a:lum bright="70000" contrast="-70000"/>
              <a:extLst>
                <a:ext uri="{28A0092B-C50C-407E-A947-70E740481C1C}">
                  <a14:useLocalDpi xmlns:a14="http://schemas.microsoft.com/office/drawing/2010/main"/>
                </a:ext>
              </a:extLst>
            </a:blip>
            <a:srcRect/>
            <a:stretch/>
          </p:blipFill>
          <p:spPr bwMode="auto">
            <a:xfrm>
              <a:off x="6777754"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CC65C9E5-350C-4276-8603-CA52E1CDE3E0}"/>
                </a:ext>
              </a:extLst>
            </p:cNvPr>
            <p:cNvPicPr>
              <a:picLocks noChangeAspect="1" noChangeArrowheads="1"/>
            </p:cNvPicPr>
            <p:nvPr userDrawn="1"/>
          </p:nvPicPr>
          <p:blipFill>
            <a:blip r:embed="rId6" cstate="email">
              <a:lum bright="70000" contrast="-70000"/>
              <a:extLst>
                <a:ext uri="{28A0092B-C50C-407E-A947-70E740481C1C}">
                  <a14:useLocalDpi xmlns:a14="http://schemas.microsoft.com/office/drawing/2010/main"/>
                </a:ext>
              </a:extLst>
            </a:blip>
            <a:srcRect/>
            <a:stretch/>
          </p:blipFill>
          <p:spPr bwMode="auto">
            <a:xfrm>
              <a:off x="8423162"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02117EED-C175-4792-B747-0F3EDC27B4CA}"/>
                </a:ext>
              </a:extLst>
            </p:cNvPr>
            <p:cNvPicPr>
              <a:picLocks noChangeAspect="1" noChangeArrowheads="1"/>
            </p:cNvPicPr>
            <p:nvPr userDrawn="1"/>
          </p:nvPicPr>
          <p:blipFill>
            <a:blip r:embed="rId7" cstate="email">
              <a:lum bright="70000" contrast="-70000"/>
              <a:extLst>
                <a:ext uri="{28A0092B-C50C-407E-A947-70E740481C1C}">
                  <a14:useLocalDpi xmlns:a14="http://schemas.microsoft.com/office/drawing/2010/main"/>
                </a:ext>
              </a:extLst>
            </a:blip>
            <a:srcRect/>
            <a:stretch/>
          </p:blipFill>
          <p:spPr bwMode="auto">
            <a:xfrm>
              <a:off x="10068322"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a:extLst>
                <a:ext uri="{FF2B5EF4-FFF2-40B4-BE49-F238E27FC236}">
                  <a16:creationId xmlns:a16="http://schemas.microsoft.com/office/drawing/2014/main" id="{76883B3C-C811-4A67-A73D-687179C14AF8}"/>
                </a:ext>
              </a:extLst>
            </p:cNvPr>
            <p:cNvPicPr>
              <a:picLocks noChangeAspect="1" noChangeArrowheads="1"/>
            </p:cNvPicPr>
            <p:nvPr userDrawn="1"/>
          </p:nvPicPr>
          <p:blipFill>
            <a:blip r:embed="rId8" cstate="email">
              <a:lum bright="70000" contrast="-70000"/>
              <a:extLst>
                <a:ext uri="{28A0092B-C50C-407E-A947-70E740481C1C}">
                  <a14:useLocalDpi xmlns:a14="http://schemas.microsoft.com/office/drawing/2010/main"/>
                </a:ext>
              </a:extLst>
            </a:blip>
            <a:srcRect/>
            <a:stretch/>
          </p:blipFill>
          <p:spPr bwMode="auto">
            <a:xfrm>
              <a:off x="1171348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a:extLst>
                <a:ext uri="{FF2B5EF4-FFF2-40B4-BE49-F238E27FC236}">
                  <a16:creationId xmlns:a16="http://schemas.microsoft.com/office/drawing/2014/main" id="{87B7DA0E-B22A-4ABE-8B33-F3EBFB7DE06B}"/>
                </a:ext>
              </a:extLst>
            </p:cNvPr>
            <p:cNvPicPr>
              <a:picLocks noChangeAspect="1" noChangeArrowheads="1"/>
            </p:cNvPicPr>
            <p:nvPr userDrawn="1"/>
          </p:nvPicPr>
          <p:blipFill>
            <a:blip r:embed="rId9" cstate="email">
              <a:lum bright="70000" contrast="-70000"/>
              <a:extLst>
                <a:ext uri="{28A0092B-C50C-407E-A947-70E740481C1C}">
                  <a14:useLocalDpi xmlns:a14="http://schemas.microsoft.com/office/drawing/2010/main"/>
                </a:ext>
              </a:extLst>
            </a:blip>
            <a:srcRect/>
            <a:stretch/>
          </p:blipFill>
          <p:spPr bwMode="auto">
            <a:xfrm>
              <a:off x="14891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a:extLst>
                <a:ext uri="{FF2B5EF4-FFF2-40B4-BE49-F238E27FC236}">
                  <a16:creationId xmlns:a16="http://schemas.microsoft.com/office/drawing/2014/main" id="{6CADBFEF-C2CF-48B1-8B31-0073995ABEC6}"/>
                </a:ext>
              </a:extLst>
            </p:cNvPr>
            <p:cNvPicPr>
              <a:picLocks noChangeAspect="1" noChangeArrowheads="1"/>
            </p:cNvPicPr>
            <p:nvPr userDrawn="1"/>
          </p:nvPicPr>
          <p:blipFill>
            <a:blip r:embed="rId10" cstate="email">
              <a:lum bright="70000" contrast="-70000"/>
              <a:extLst>
                <a:ext uri="{28A0092B-C50C-407E-A947-70E740481C1C}">
                  <a14:useLocalDpi xmlns:a14="http://schemas.microsoft.com/office/drawing/2010/main"/>
                </a:ext>
              </a:extLst>
            </a:blip>
            <a:srcRect/>
            <a:stretch/>
          </p:blipFill>
          <p:spPr bwMode="auto">
            <a:xfrm>
              <a:off x="16568659"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a:extLst>
                <a:ext uri="{FF2B5EF4-FFF2-40B4-BE49-F238E27FC236}">
                  <a16:creationId xmlns:a16="http://schemas.microsoft.com/office/drawing/2014/main" id="{3D666463-A370-4423-96A2-B644A7627268}"/>
                </a:ext>
              </a:extLst>
            </p:cNvPr>
            <p:cNvPicPr>
              <a:picLocks noChangeAspect="1" noChangeArrowheads="1"/>
            </p:cNvPicPr>
            <p:nvPr userDrawn="1"/>
          </p:nvPicPr>
          <p:blipFill>
            <a:blip r:embed="rId11" cstate="email">
              <a:lum bright="70000" contrast="-70000"/>
              <a:extLst>
                <a:ext uri="{28A0092B-C50C-407E-A947-70E740481C1C}">
                  <a14:useLocalDpi xmlns:a14="http://schemas.microsoft.com/office/drawing/2010/main"/>
                </a:ext>
              </a:extLst>
            </a:blip>
            <a:srcRect/>
            <a:stretch/>
          </p:blipFill>
          <p:spPr bwMode="auto">
            <a:xfrm>
              <a:off x="18181585"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a:extLst>
                <a:ext uri="{FF2B5EF4-FFF2-40B4-BE49-F238E27FC236}">
                  <a16:creationId xmlns:a16="http://schemas.microsoft.com/office/drawing/2014/main" id="{35E0BF9F-9714-4D24-8A2F-AB812F97F06C}"/>
                </a:ext>
              </a:extLst>
            </p:cNvPr>
            <p:cNvPicPr>
              <a:picLocks noChangeAspect="1" noChangeArrowheads="1"/>
            </p:cNvPicPr>
            <p:nvPr userDrawn="1"/>
          </p:nvPicPr>
          <p:blipFill>
            <a:blip r:embed="rId12" cstate="email">
              <a:lum bright="70000" contrast="-70000"/>
              <a:extLst>
                <a:ext uri="{28A0092B-C50C-407E-A947-70E740481C1C}">
                  <a14:useLocalDpi xmlns:a14="http://schemas.microsoft.com/office/drawing/2010/main"/>
                </a:ext>
              </a:extLst>
            </a:blip>
            <a:srcRect/>
            <a:stretch/>
          </p:blipFill>
          <p:spPr bwMode="auto">
            <a:xfrm>
              <a:off x="13257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97891378"/>
      </p:ext>
    </p:extLst>
  </p:cSld>
  <p:clrMapOvr>
    <a:masterClrMapping/>
  </p:clrMapOvr>
  <p:transition spd="slow">
    <p:push/>
  </p:transition>
  <p:extLst>
    <p:ext uri="{DCECCB84-F9BA-43D5-87BE-67443E8EF086}">
      <p15:sldGuideLst xmlns:p15="http://schemas.microsoft.com/office/powerpoint/2012/main">
        <p15:guide id="1" orient="horz" pos="13607">
          <p15:clr>
            <a:srgbClr val="FBAE40"/>
          </p15:clr>
        </p15:guide>
        <p15:guide id="2" pos="194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creen - with Deivic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8B97DBE-CE18-664E-B3DE-0B7964E48F3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37251" y="41793853"/>
            <a:ext cx="4250695" cy="1543157"/>
          </a:xfrm>
          <a:prstGeom prst="rect">
            <a:avLst/>
          </a:prstGeom>
        </p:spPr>
      </p:pic>
      <p:sp>
        <p:nvSpPr>
          <p:cNvPr id="11" name="TextBox 10">
            <a:extLst>
              <a:ext uri="{FF2B5EF4-FFF2-40B4-BE49-F238E27FC236}">
                <a16:creationId xmlns:a16="http://schemas.microsoft.com/office/drawing/2014/main" id="{A1379C90-2ABC-9044-B12A-55243AA9ECBD}"/>
              </a:ext>
            </a:extLst>
          </p:cNvPr>
          <p:cNvSpPr txBox="1"/>
          <p:nvPr userDrawn="1"/>
        </p:nvSpPr>
        <p:spPr>
          <a:xfrm>
            <a:off x="24612053" y="42078980"/>
            <a:ext cx="3413145" cy="972905"/>
          </a:xfrm>
          <a:prstGeom prst="rect">
            <a:avLst/>
          </a:prstGeom>
          <a:noFill/>
        </p:spPr>
        <p:txBody>
          <a:bodyPr wrap="square" rtlCol="0">
            <a:spAutoFit/>
          </a:bodyPr>
          <a:lstStyle/>
          <a:p>
            <a:pPr algn="r">
              <a:spcBef>
                <a:spcPts val="1429"/>
              </a:spcBef>
            </a:pPr>
            <a:r>
              <a:rPr lang="en-GB" sz="5717" b="1" noProof="1">
                <a:solidFill>
                  <a:schemeClr val="accent1"/>
                </a:solidFill>
              </a:rPr>
              <a:t>vito.be</a:t>
            </a:r>
          </a:p>
        </p:txBody>
      </p:sp>
      <p:sp>
        <p:nvSpPr>
          <p:cNvPr id="2" name="Title 1">
            <a:extLst>
              <a:ext uri="{FF2B5EF4-FFF2-40B4-BE49-F238E27FC236}">
                <a16:creationId xmlns:a16="http://schemas.microsoft.com/office/drawing/2014/main" id="{50F5E257-BD25-430C-953C-653125317323}"/>
              </a:ext>
            </a:extLst>
          </p:cNvPr>
          <p:cNvSpPr>
            <a:spLocks noGrp="1"/>
          </p:cNvSpPr>
          <p:nvPr>
            <p:ph type="title"/>
          </p:nvPr>
        </p:nvSpPr>
        <p:spPr>
          <a:xfrm>
            <a:off x="2005023" y="2319477"/>
            <a:ext cx="25393640" cy="2109476"/>
          </a:xfrm>
          <a:solidFill>
            <a:schemeClr val="accent1"/>
          </a:solidFill>
        </p:spPr>
        <p:txBody>
          <a:bodyPr anchor="t">
            <a:normAutofit/>
          </a:bodyPr>
          <a:lstStyle>
            <a:lvl1pPr>
              <a:lnSpc>
                <a:spcPct val="100000"/>
              </a:lnSpc>
              <a:defRPr sz="9600">
                <a:solidFill>
                  <a:schemeClr val="bg1"/>
                </a:solidFill>
              </a:defRPr>
            </a:lvl1pPr>
          </a:lstStyle>
          <a:p>
            <a:r>
              <a:rPr lang="en-US"/>
              <a:t>Click to edit Master title style</a:t>
            </a:r>
            <a:endParaRPr lang="nl-NL" dirty="0"/>
          </a:p>
        </p:txBody>
      </p:sp>
      <p:sp>
        <p:nvSpPr>
          <p:cNvPr id="4" name="Text Placeholder 3">
            <a:extLst>
              <a:ext uri="{FF2B5EF4-FFF2-40B4-BE49-F238E27FC236}">
                <a16:creationId xmlns:a16="http://schemas.microsoft.com/office/drawing/2014/main" id="{3807E08B-3115-4FE2-82B3-D454CD973E86}"/>
              </a:ext>
            </a:extLst>
          </p:cNvPr>
          <p:cNvSpPr>
            <a:spLocks noGrp="1"/>
          </p:cNvSpPr>
          <p:nvPr>
            <p:ph type="body" sz="quarter" idx="10"/>
          </p:nvPr>
        </p:nvSpPr>
        <p:spPr>
          <a:xfrm>
            <a:off x="2005013" y="22718984"/>
            <a:ext cx="25393650" cy="1852730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grpSp>
        <p:nvGrpSpPr>
          <p:cNvPr id="7" name="Group 26">
            <a:extLst>
              <a:ext uri="{FF2B5EF4-FFF2-40B4-BE49-F238E27FC236}">
                <a16:creationId xmlns:a16="http://schemas.microsoft.com/office/drawing/2014/main" id="{E5252A56-1D5C-4B64-AB6C-6720CD5E0D1A}"/>
              </a:ext>
            </a:extLst>
          </p:cNvPr>
          <p:cNvGrpSpPr>
            <a:grpSpLocks/>
          </p:cNvGrpSpPr>
          <p:nvPr userDrawn="1"/>
        </p:nvGrpSpPr>
        <p:grpSpPr bwMode="auto">
          <a:xfrm>
            <a:off x="180975" y="180975"/>
            <a:ext cx="28802013" cy="43194288"/>
            <a:chOff x="114" y="114"/>
            <a:chExt cx="18143" cy="27209"/>
          </a:xfrm>
        </p:grpSpPr>
        <p:grpSp>
          <p:nvGrpSpPr>
            <p:cNvPr id="8" name="Group 27">
              <a:extLst>
                <a:ext uri="{FF2B5EF4-FFF2-40B4-BE49-F238E27FC236}">
                  <a16:creationId xmlns:a16="http://schemas.microsoft.com/office/drawing/2014/main" id="{F8D5449F-9F26-4CAD-8854-67DDCCA4C4B2}"/>
                </a:ext>
              </a:extLst>
            </p:cNvPr>
            <p:cNvGrpSpPr>
              <a:grpSpLocks/>
            </p:cNvGrpSpPr>
            <p:nvPr userDrawn="1"/>
          </p:nvGrpSpPr>
          <p:grpSpPr bwMode="auto">
            <a:xfrm>
              <a:off x="114" y="114"/>
              <a:ext cx="317" cy="317"/>
              <a:chOff x="114" y="114"/>
              <a:chExt cx="317" cy="317"/>
            </a:xfrm>
          </p:grpSpPr>
          <p:sp>
            <p:nvSpPr>
              <p:cNvPr id="22" name="Line 28">
                <a:extLst>
                  <a:ext uri="{FF2B5EF4-FFF2-40B4-BE49-F238E27FC236}">
                    <a16:creationId xmlns:a16="http://schemas.microsoft.com/office/drawing/2014/main" id="{38416D69-0139-4DF4-BA28-74AE2CBCDDE7}"/>
                  </a:ext>
                </a:extLst>
              </p:cNvPr>
              <p:cNvSpPr>
                <a:spLocks noChangeShapeType="1"/>
              </p:cNvSpPr>
              <p:nvPr/>
            </p:nvSpPr>
            <p:spPr bwMode="auto">
              <a:xfrm>
                <a:off x="114" y="250"/>
                <a:ext cx="0" cy="181"/>
              </a:xfrm>
              <a:prstGeom prst="line">
                <a:avLst/>
              </a:prstGeom>
              <a:noFill/>
              <a:ln w="9525">
                <a:solidFill>
                  <a:schemeClr val="tx1"/>
                </a:solidFill>
                <a:round/>
                <a:headEnd/>
                <a:tailEnd/>
              </a:ln>
              <a:effectLst/>
            </p:spPr>
            <p:txBody>
              <a:bodyPr/>
              <a:lstStyle/>
              <a:p>
                <a:endParaRPr lang="nl-BE"/>
              </a:p>
            </p:txBody>
          </p:sp>
          <p:sp>
            <p:nvSpPr>
              <p:cNvPr id="23" name="Line 29">
                <a:extLst>
                  <a:ext uri="{FF2B5EF4-FFF2-40B4-BE49-F238E27FC236}">
                    <a16:creationId xmlns:a16="http://schemas.microsoft.com/office/drawing/2014/main" id="{76D2DDD9-C1C3-44DF-971F-6DB3A3E013A6}"/>
                  </a:ext>
                </a:extLst>
              </p:cNvPr>
              <p:cNvSpPr>
                <a:spLocks noChangeShapeType="1"/>
              </p:cNvSpPr>
              <p:nvPr/>
            </p:nvSpPr>
            <p:spPr bwMode="auto">
              <a:xfrm>
                <a:off x="204" y="114"/>
                <a:ext cx="227" cy="0"/>
              </a:xfrm>
              <a:prstGeom prst="line">
                <a:avLst/>
              </a:prstGeom>
              <a:noFill/>
              <a:ln w="9525">
                <a:solidFill>
                  <a:schemeClr val="tx1"/>
                </a:solidFill>
                <a:round/>
                <a:headEnd/>
                <a:tailEnd/>
              </a:ln>
              <a:effectLst/>
            </p:spPr>
            <p:txBody>
              <a:bodyPr/>
              <a:lstStyle/>
              <a:p>
                <a:endParaRPr lang="nl-BE"/>
              </a:p>
            </p:txBody>
          </p:sp>
        </p:grpSp>
        <p:grpSp>
          <p:nvGrpSpPr>
            <p:cNvPr id="9" name="Group 30">
              <a:extLst>
                <a:ext uri="{FF2B5EF4-FFF2-40B4-BE49-F238E27FC236}">
                  <a16:creationId xmlns:a16="http://schemas.microsoft.com/office/drawing/2014/main" id="{EAAB4640-0DD5-478E-84FF-A0D40296AF3B}"/>
                </a:ext>
              </a:extLst>
            </p:cNvPr>
            <p:cNvGrpSpPr>
              <a:grpSpLocks/>
            </p:cNvGrpSpPr>
            <p:nvPr userDrawn="1"/>
          </p:nvGrpSpPr>
          <p:grpSpPr bwMode="auto">
            <a:xfrm>
              <a:off x="114" y="114"/>
              <a:ext cx="18143" cy="27209"/>
              <a:chOff x="114" y="114"/>
              <a:chExt cx="18143" cy="27209"/>
            </a:xfrm>
          </p:grpSpPr>
          <p:grpSp>
            <p:nvGrpSpPr>
              <p:cNvPr id="10" name="Group 31">
                <a:extLst>
                  <a:ext uri="{FF2B5EF4-FFF2-40B4-BE49-F238E27FC236}">
                    <a16:creationId xmlns:a16="http://schemas.microsoft.com/office/drawing/2014/main" id="{6AA84242-688C-4330-B3E4-66CAB34EC8EB}"/>
                  </a:ext>
                </a:extLst>
              </p:cNvPr>
              <p:cNvGrpSpPr>
                <a:grpSpLocks/>
              </p:cNvGrpSpPr>
              <p:nvPr userDrawn="1"/>
            </p:nvGrpSpPr>
            <p:grpSpPr bwMode="auto">
              <a:xfrm>
                <a:off x="17849" y="114"/>
                <a:ext cx="408" cy="317"/>
                <a:chOff x="17849" y="114"/>
                <a:chExt cx="408" cy="317"/>
              </a:xfrm>
            </p:grpSpPr>
            <p:sp>
              <p:nvSpPr>
                <p:cNvPr id="20" name="Line 32">
                  <a:extLst>
                    <a:ext uri="{FF2B5EF4-FFF2-40B4-BE49-F238E27FC236}">
                      <a16:creationId xmlns:a16="http://schemas.microsoft.com/office/drawing/2014/main" id="{2B10760A-9705-4B0A-95C7-C50E31F73B9C}"/>
                    </a:ext>
                  </a:extLst>
                </p:cNvPr>
                <p:cNvSpPr>
                  <a:spLocks noChangeShapeType="1"/>
                </p:cNvSpPr>
                <p:nvPr/>
              </p:nvSpPr>
              <p:spPr bwMode="auto">
                <a:xfrm>
                  <a:off x="18257" y="250"/>
                  <a:ext cx="0" cy="181"/>
                </a:xfrm>
                <a:prstGeom prst="line">
                  <a:avLst/>
                </a:prstGeom>
                <a:noFill/>
                <a:ln w="9525">
                  <a:solidFill>
                    <a:schemeClr val="tx1"/>
                  </a:solidFill>
                  <a:round/>
                  <a:headEnd/>
                  <a:tailEnd/>
                </a:ln>
                <a:effectLst/>
              </p:spPr>
              <p:txBody>
                <a:bodyPr/>
                <a:lstStyle/>
                <a:p>
                  <a:endParaRPr lang="nl-BE"/>
                </a:p>
              </p:txBody>
            </p:sp>
            <p:sp>
              <p:nvSpPr>
                <p:cNvPr id="21" name="Line 33">
                  <a:extLst>
                    <a:ext uri="{FF2B5EF4-FFF2-40B4-BE49-F238E27FC236}">
                      <a16:creationId xmlns:a16="http://schemas.microsoft.com/office/drawing/2014/main" id="{07A27610-CEA7-49CC-9A37-1E8FDB10BB14}"/>
                    </a:ext>
                  </a:extLst>
                </p:cNvPr>
                <p:cNvSpPr>
                  <a:spLocks noChangeShapeType="1"/>
                </p:cNvSpPr>
                <p:nvPr/>
              </p:nvSpPr>
              <p:spPr bwMode="auto">
                <a:xfrm>
                  <a:off x="17849" y="114"/>
                  <a:ext cx="227" cy="0"/>
                </a:xfrm>
                <a:prstGeom prst="line">
                  <a:avLst/>
                </a:prstGeom>
                <a:noFill/>
                <a:ln w="9525">
                  <a:solidFill>
                    <a:schemeClr val="tx1"/>
                  </a:solidFill>
                  <a:round/>
                  <a:headEnd/>
                  <a:tailEnd/>
                </a:ln>
                <a:effectLst/>
              </p:spPr>
              <p:txBody>
                <a:bodyPr/>
                <a:lstStyle/>
                <a:p>
                  <a:endParaRPr lang="nl-BE"/>
                </a:p>
              </p:txBody>
            </p:sp>
          </p:grpSp>
          <p:grpSp>
            <p:nvGrpSpPr>
              <p:cNvPr id="13" name="Group 34">
                <a:extLst>
                  <a:ext uri="{FF2B5EF4-FFF2-40B4-BE49-F238E27FC236}">
                    <a16:creationId xmlns:a16="http://schemas.microsoft.com/office/drawing/2014/main" id="{B7313661-6805-4286-B21F-352DE01C4C6C}"/>
                  </a:ext>
                </a:extLst>
              </p:cNvPr>
              <p:cNvGrpSpPr>
                <a:grpSpLocks/>
              </p:cNvGrpSpPr>
              <p:nvPr userDrawn="1"/>
            </p:nvGrpSpPr>
            <p:grpSpPr bwMode="auto">
              <a:xfrm>
                <a:off x="114" y="26966"/>
                <a:ext cx="18143" cy="357"/>
                <a:chOff x="114" y="26966"/>
                <a:chExt cx="18143" cy="357"/>
              </a:xfrm>
            </p:grpSpPr>
            <p:grpSp>
              <p:nvGrpSpPr>
                <p:cNvPr id="14" name="Group 35">
                  <a:extLst>
                    <a:ext uri="{FF2B5EF4-FFF2-40B4-BE49-F238E27FC236}">
                      <a16:creationId xmlns:a16="http://schemas.microsoft.com/office/drawing/2014/main" id="{B0B42D38-CC1E-46FA-BE82-E037A849A998}"/>
                    </a:ext>
                  </a:extLst>
                </p:cNvPr>
                <p:cNvGrpSpPr>
                  <a:grpSpLocks/>
                </p:cNvGrpSpPr>
                <p:nvPr userDrawn="1"/>
              </p:nvGrpSpPr>
              <p:grpSpPr bwMode="auto">
                <a:xfrm>
                  <a:off x="114" y="26966"/>
                  <a:ext cx="345" cy="357"/>
                  <a:chOff x="114" y="26966"/>
                  <a:chExt cx="345" cy="357"/>
                </a:xfrm>
              </p:grpSpPr>
              <p:sp>
                <p:nvSpPr>
                  <p:cNvPr id="18" name="Line 36">
                    <a:extLst>
                      <a:ext uri="{FF2B5EF4-FFF2-40B4-BE49-F238E27FC236}">
                        <a16:creationId xmlns:a16="http://schemas.microsoft.com/office/drawing/2014/main" id="{CFEB36B3-F93D-4A76-9364-6A51C4D08811}"/>
                      </a:ext>
                    </a:extLst>
                  </p:cNvPr>
                  <p:cNvSpPr>
                    <a:spLocks noChangeShapeType="1"/>
                  </p:cNvSpPr>
                  <p:nvPr/>
                </p:nvSpPr>
                <p:spPr bwMode="auto">
                  <a:xfrm>
                    <a:off x="232" y="27323"/>
                    <a:ext cx="227" cy="0"/>
                  </a:xfrm>
                  <a:prstGeom prst="line">
                    <a:avLst/>
                  </a:prstGeom>
                  <a:noFill/>
                  <a:ln w="9525">
                    <a:solidFill>
                      <a:schemeClr val="tx1"/>
                    </a:solidFill>
                    <a:round/>
                    <a:headEnd/>
                    <a:tailEnd/>
                  </a:ln>
                  <a:effectLst/>
                </p:spPr>
                <p:txBody>
                  <a:bodyPr/>
                  <a:lstStyle/>
                  <a:p>
                    <a:endParaRPr lang="nl-BE"/>
                  </a:p>
                </p:txBody>
              </p:sp>
              <p:sp>
                <p:nvSpPr>
                  <p:cNvPr id="19" name="Line 37">
                    <a:extLst>
                      <a:ext uri="{FF2B5EF4-FFF2-40B4-BE49-F238E27FC236}">
                        <a16:creationId xmlns:a16="http://schemas.microsoft.com/office/drawing/2014/main" id="{5124C003-055A-49D9-94AF-F323D84B43E9}"/>
                      </a:ext>
                    </a:extLst>
                  </p:cNvPr>
                  <p:cNvSpPr>
                    <a:spLocks noChangeShapeType="1"/>
                  </p:cNvSpPr>
                  <p:nvPr/>
                </p:nvSpPr>
                <p:spPr bwMode="auto">
                  <a:xfrm>
                    <a:off x="114" y="26966"/>
                    <a:ext cx="0" cy="181"/>
                  </a:xfrm>
                  <a:prstGeom prst="line">
                    <a:avLst/>
                  </a:prstGeom>
                  <a:noFill/>
                  <a:ln w="9525">
                    <a:solidFill>
                      <a:schemeClr val="tx1"/>
                    </a:solidFill>
                    <a:round/>
                    <a:headEnd/>
                    <a:tailEnd/>
                  </a:ln>
                  <a:effectLst/>
                </p:spPr>
                <p:txBody>
                  <a:bodyPr/>
                  <a:lstStyle/>
                  <a:p>
                    <a:endParaRPr lang="nl-BE"/>
                  </a:p>
                </p:txBody>
              </p:sp>
            </p:grpSp>
            <p:grpSp>
              <p:nvGrpSpPr>
                <p:cNvPr id="15" name="Group 38">
                  <a:extLst>
                    <a:ext uri="{FF2B5EF4-FFF2-40B4-BE49-F238E27FC236}">
                      <a16:creationId xmlns:a16="http://schemas.microsoft.com/office/drawing/2014/main" id="{19744BDB-49C9-4830-A765-25109F34E399}"/>
                    </a:ext>
                  </a:extLst>
                </p:cNvPr>
                <p:cNvGrpSpPr>
                  <a:grpSpLocks/>
                </p:cNvGrpSpPr>
                <p:nvPr userDrawn="1"/>
              </p:nvGrpSpPr>
              <p:grpSpPr bwMode="auto">
                <a:xfrm>
                  <a:off x="17877" y="26966"/>
                  <a:ext cx="380" cy="357"/>
                  <a:chOff x="17877" y="26966"/>
                  <a:chExt cx="380" cy="357"/>
                </a:xfrm>
              </p:grpSpPr>
              <p:sp>
                <p:nvSpPr>
                  <p:cNvPr id="16" name="Line 39">
                    <a:extLst>
                      <a:ext uri="{FF2B5EF4-FFF2-40B4-BE49-F238E27FC236}">
                        <a16:creationId xmlns:a16="http://schemas.microsoft.com/office/drawing/2014/main" id="{9F2823A8-E762-4AE3-856F-1CE14DF7D12C}"/>
                      </a:ext>
                    </a:extLst>
                  </p:cNvPr>
                  <p:cNvSpPr>
                    <a:spLocks noChangeShapeType="1"/>
                  </p:cNvSpPr>
                  <p:nvPr/>
                </p:nvSpPr>
                <p:spPr bwMode="auto">
                  <a:xfrm>
                    <a:off x="17877" y="27323"/>
                    <a:ext cx="227" cy="0"/>
                  </a:xfrm>
                  <a:prstGeom prst="line">
                    <a:avLst/>
                  </a:prstGeom>
                  <a:noFill/>
                  <a:ln w="9525">
                    <a:solidFill>
                      <a:schemeClr val="tx1"/>
                    </a:solidFill>
                    <a:round/>
                    <a:headEnd/>
                    <a:tailEnd/>
                  </a:ln>
                  <a:effectLst/>
                </p:spPr>
                <p:txBody>
                  <a:bodyPr/>
                  <a:lstStyle/>
                  <a:p>
                    <a:endParaRPr lang="nl-BE"/>
                  </a:p>
                </p:txBody>
              </p:sp>
              <p:sp>
                <p:nvSpPr>
                  <p:cNvPr id="17" name="Line 40">
                    <a:extLst>
                      <a:ext uri="{FF2B5EF4-FFF2-40B4-BE49-F238E27FC236}">
                        <a16:creationId xmlns:a16="http://schemas.microsoft.com/office/drawing/2014/main" id="{015752DF-C20E-4519-AD6D-59714467B4C0}"/>
                      </a:ext>
                    </a:extLst>
                  </p:cNvPr>
                  <p:cNvSpPr>
                    <a:spLocks noChangeShapeType="1"/>
                  </p:cNvSpPr>
                  <p:nvPr/>
                </p:nvSpPr>
                <p:spPr bwMode="auto">
                  <a:xfrm>
                    <a:off x="18257" y="26966"/>
                    <a:ext cx="0" cy="181"/>
                  </a:xfrm>
                  <a:prstGeom prst="line">
                    <a:avLst/>
                  </a:prstGeom>
                  <a:noFill/>
                  <a:ln w="9525">
                    <a:solidFill>
                      <a:schemeClr val="tx1"/>
                    </a:solidFill>
                    <a:round/>
                    <a:headEnd/>
                    <a:tailEnd/>
                  </a:ln>
                  <a:effectLst/>
                </p:spPr>
                <p:txBody>
                  <a:bodyPr/>
                  <a:lstStyle/>
                  <a:p>
                    <a:endParaRPr lang="nl-BE"/>
                  </a:p>
                </p:txBody>
              </p:sp>
            </p:grpSp>
          </p:grpSp>
        </p:grpSp>
      </p:grpSp>
      <p:sp>
        <p:nvSpPr>
          <p:cNvPr id="6" name="Picture Placeholder 5">
            <a:extLst>
              <a:ext uri="{FF2B5EF4-FFF2-40B4-BE49-F238E27FC236}">
                <a16:creationId xmlns:a16="http://schemas.microsoft.com/office/drawing/2014/main" id="{3E6685BE-24E0-4537-B4CE-173C597F142A}"/>
              </a:ext>
            </a:extLst>
          </p:cNvPr>
          <p:cNvSpPr>
            <a:spLocks noGrp="1"/>
          </p:cNvSpPr>
          <p:nvPr>
            <p:ph type="pic" sz="quarter" idx="11"/>
          </p:nvPr>
        </p:nvSpPr>
        <p:spPr>
          <a:xfrm>
            <a:off x="2005013" y="5005388"/>
            <a:ext cx="25393650" cy="17210087"/>
          </a:xfrm>
        </p:spPr>
        <p:txBody>
          <a:bodyPr/>
          <a:lstStyle/>
          <a:p>
            <a:r>
              <a:rPr lang="en-US"/>
              <a:t>Click icon to add picture</a:t>
            </a:r>
            <a:endParaRPr lang="nl-NL"/>
          </a:p>
        </p:txBody>
      </p:sp>
      <p:pic>
        <p:nvPicPr>
          <p:cNvPr id="25" name="Picture 24">
            <a:extLst>
              <a:ext uri="{FF2B5EF4-FFF2-40B4-BE49-F238E27FC236}">
                <a16:creationId xmlns:a16="http://schemas.microsoft.com/office/drawing/2014/main" id="{A73A2F3D-CAE7-44AC-8E01-EEFB6DD0137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152679" y="5148415"/>
            <a:ext cx="16858604" cy="16924032"/>
          </a:xfrm>
          <a:prstGeom prst="rect">
            <a:avLst/>
          </a:prstGeom>
        </p:spPr>
      </p:pic>
      <p:pic>
        <p:nvPicPr>
          <p:cNvPr id="24" name="Afbeelding 1">
            <a:extLst>
              <a:ext uri="{FF2B5EF4-FFF2-40B4-BE49-F238E27FC236}">
                <a16:creationId xmlns:a16="http://schemas.microsoft.com/office/drawing/2014/main" id="{7D1A8485-B779-4822-93C4-F7D3A96CB31B}"/>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981981" y="220314"/>
            <a:ext cx="4789619" cy="1738805"/>
          </a:xfrm>
          <a:prstGeom prst="rect">
            <a:avLst/>
          </a:prstGeom>
        </p:spPr>
      </p:pic>
      <p:grpSp>
        <p:nvGrpSpPr>
          <p:cNvPr id="39" name="Group 38">
            <a:extLst>
              <a:ext uri="{FF2B5EF4-FFF2-40B4-BE49-F238E27FC236}">
                <a16:creationId xmlns:a16="http://schemas.microsoft.com/office/drawing/2014/main" id="{DAFACB53-F52E-4ABF-9A96-BA5656403DE5}"/>
              </a:ext>
            </a:extLst>
          </p:cNvPr>
          <p:cNvGrpSpPr/>
          <p:nvPr userDrawn="1"/>
        </p:nvGrpSpPr>
        <p:grpSpPr>
          <a:xfrm>
            <a:off x="6777755" y="339011"/>
            <a:ext cx="8952149" cy="1147924"/>
            <a:chOff x="6777754" y="339011"/>
            <a:chExt cx="13081220" cy="1677390"/>
          </a:xfrm>
        </p:grpSpPr>
        <p:pic>
          <p:nvPicPr>
            <p:cNvPr id="40" name="Picture 2">
              <a:extLst>
                <a:ext uri="{FF2B5EF4-FFF2-40B4-BE49-F238E27FC236}">
                  <a16:creationId xmlns:a16="http://schemas.microsoft.com/office/drawing/2014/main" id="{60AE66F4-B2C4-4434-8018-9524F96EBE12}"/>
                </a:ext>
              </a:extLst>
            </p:cNvPr>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p:blipFill>
          <p:spPr bwMode="auto">
            <a:xfrm>
              <a:off x="6777754"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a:extLst>
                <a:ext uri="{FF2B5EF4-FFF2-40B4-BE49-F238E27FC236}">
                  <a16:creationId xmlns:a16="http://schemas.microsoft.com/office/drawing/2014/main" id="{2D5029C2-F0AE-475C-8854-7B33E174EDD9}"/>
                </a:ext>
              </a:extLst>
            </p:cNvPr>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p:blipFill>
          <p:spPr bwMode="auto">
            <a:xfrm>
              <a:off x="8423162"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a:extLst>
                <a:ext uri="{FF2B5EF4-FFF2-40B4-BE49-F238E27FC236}">
                  <a16:creationId xmlns:a16="http://schemas.microsoft.com/office/drawing/2014/main" id="{F1B2D583-B295-4054-BC05-83EDA0C55611}"/>
                </a:ext>
              </a:extLst>
            </p:cNvPr>
            <p:cNvPicPr>
              <a:picLocks noChangeAspect="1" noChangeArrowheads="1"/>
            </p:cNvPicPr>
            <p:nvPr userDrawn="1"/>
          </p:nvPicPr>
          <p:blipFill>
            <a:blip r:embed="rId7" cstate="email">
              <a:extLst>
                <a:ext uri="{28A0092B-C50C-407E-A947-70E740481C1C}">
                  <a14:useLocalDpi xmlns:a14="http://schemas.microsoft.com/office/drawing/2010/main"/>
                </a:ext>
              </a:extLst>
            </a:blip>
            <a:srcRect/>
            <a:stretch/>
          </p:blipFill>
          <p:spPr bwMode="auto">
            <a:xfrm>
              <a:off x="10068322"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a:extLst>
                <a:ext uri="{FF2B5EF4-FFF2-40B4-BE49-F238E27FC236}">
                  <a16:creationId xmlns:a16="http://schemas.microsoft.com/office/drawing/2014/main" id="{15B5BA68-A344-40B4-AD0D-E665A2E6C598}"/>
                </a:ext>
              </a:extLst>
            </p:cNvPr>
            <p:cNvPicPr>
              <a:picLocks noChangeAspect="1" noChangeArrowheads="1"/>
            </p:cNvPicPr>
            <p:nvPr userDrawn="1"/>
          </p:nvPicPr>
          <p:blipFill>
            <a:blip r:embed="rId8" cstate="email">
              <a:extLst>
                <a:ext uri="{28A0092B-C50C-407E-A947-70E740481C1C}">
                  <a14:useLocalDpi xmlns:a14="http://schemas.microsoft.com/office/drawing/2010/main"/>
                </a:ext>
              </a:extLst>
            </a:blip>
            <a:srcRect/>
            <a:stretch/>
          </p:blipFill>
          <p:spPr bwMode="auto">
            <a:xfrm>
              <a:off x="1171348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a:extLst>
                <a:ext uri="{FF2B5EF4-FFF2-40B4-BE49-F238E27FC236}">
                  <a16:creationId xmlns:a16="http://schemas.microsoft.com/office/drawing/2014/main" id="{19787127-9511-434D-9A4E-918305587DF2}"/>
                </a:ext>
              </a:extLst>
            </p:cNvPr>
            <p:cNvPicPr>
              <a:picLocks noChangeAspect="1" noChangeArrowheads="1"/>
            </p:cNvPicPr>
            <p:nvPr userDrawn="1"/>
          </p:nvPicPr>
          <p:blipFill>
            <a:blip r:embed="rId9" cstate="email">
              <a:extLst>
                <a:ext uri="{28A0092B-C50C-407E-A947-70E740481C1C}">
                  <a14:useLocalDpi xmlns:a14="http://schemas.microsoft.com/office/drawing/2010/main"/>
                </a:ext>
              </a:extLst>
            </a:blip>
            <a:srcRect/>
            <a:stretch/>
          </p:blipFill>
          <p:spPr bwMode="auto">
            <a:xfrm>
              <a:off x="14891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a:extLst>
                <a:ext uri="{FF2B5EF4-FFF2-40B4-BE49-F238E27FC236}">
                  <a16:creationId xmlns:a16="http://schemas.microsoft.com/office/drawing/2014/main" id="{71C3CBDA-A65C-4D29-A769-9AE81ECD84E8}"/>
                </a:ext>
              </a:extLst>
            </p:cNvPr>
            <p:cNvPicPr>
              <a:picLocks noChangeAspect="1" noChangeArrowheads="1"/>
            </p:cNvPicPr>
            <p:nvPr userDrawn="1"/>
          </p:nvPicPr>
          <p:blipFill>
            <a:blip r:embed="rId10" cstate="email">
              <a:extLst>
                <a:ext uri="{28A0092B-C50C-407E-A947-70E740481C1C}">
                  <a14:useLocalDpi xmlns:a14="http://schemas.microsoft.com/office/drawing/2010/main"/>
                </a:ext>
              </a:extLst>
            </a:blip>
            <a:srcRect/>
            <a:stretch/>
          </p:blipFill>
          <p:spPr bwMode="auto">
            <a:xfrm>
              <a:off x="16568659"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a:extLst>
                <a:ext uri="{FF2B5EF4-FFF2-40B4-BE49-F238E27FC236}">
                  <a16:creationId xmlns:a16="http://schemas.microsoft.com/office/drawing/2014/main" id="{51F1EFDA-A7E8-4867-8297-1021678A2B9A}"/>
                </a:ext>
              </a:extLst>
            </p:cNvPr>
            <p:cNvPicPr>
              <a:picLocks noChangeAspect="1" noChangeArrowheads="1"/>
            </p:cNvPicPr>
            <p:nvPr userDrawn="1"/>
          </p:nvPicPr>
          <p:blipFill>
            <a:blip r:embed="rId11" cstate="email">
              <a:extLst>
                <a:ext uri="{28A0092B-C50C-407E-A947-70E740481C1C}">
                  <a14:useLocalDpi xmlns:a14="http://schemas.microsoft.com/office/drawing/2010/main"/>
                </a:ext>
              </a:extLst>
            </a:blip>
            <a:srcRect/>
            <a:stretch/>
          </p:blipFill>
          <p:spPr bwMode="auto">
            <a:xfrm>
              <a:off x="18181585"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a:extLst>
                <a:ext uri="{FF2B5EF4-FFF2-40B4-BE49-F238E27FC236}">
                  <a16:creationId xmlns:a16="http://schemas.microsoft.com/office/drawing/2014/main" id="{F2478DD6-D8DF-4865-B640-2A6439E49D54}"/>
                </a:ext>
              </a:extLst>
            </p:cNvPr>
            <p:cNvPicPr>
              <a:picLocks noChangeAspect="1" noChangeArrowheads="1"/>
            </p:cNvPicPr>
            <p:nvPr userDrawn="1"/>
          </p:nvPicPr>
          <p:blipFill>
            <a:blip r:embed="rId12" cstate="email">
              <a:extLst>
                <a:ext uri="{28A0092B-C50C-407E-A947-70E740481C1C}">
                  <a14:useLocalDpi xmlns:a14="http://schemas.microsoft.com/office/drawing/2010/main"/>
                </a:ext>
              </a:extLst>
            </a:blip>
            <a:srcRect/>
            <a:stretch/>
          </p:blipFill>
          <p:spPr bwMode="auto">
            <a:xfrm>
              <a:off x="13257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77875640"/>
      </p:ext>
    </p:extLst>
  </p:cSld>
  <p:clrMapOvr>
    <a:masterClrMapping/>
  </p:clrMapOvr>
  <p:transition spd="slow">
    <p:push/>
  </p:transition>
  <p:extLst>
    <p:ext uri="{DCECCB84-F9BA-43D5-87BE-67443E8EF086}">
      <p15:sldGuideLst xmlns:p15="http://schemas.microsoft.com/office/powerpoint/2012/main">
        <p15:guide id="1" orient="horz" pos="13607">
          <p15:clr>
            <a:srgbClr val="FBAE40"/>
          </p15:clr>
        </p15:guide>
        <p15:guide id="2" pos="194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9E80E1-6DE2-EF4F-8259-C04331CFF0C5}"/>
              </a:ext>
            </a:extLst>
          </p:cNvPr>
          <p:cNvSpPr>
            <a:spLocks noGrp="1"/>
          </p:cNvSpPr>
          <p:nvPr>
            <p:ph type="title"/>
          </p:nvPr>
        </p:nvSpPr>
        <p:spPr>
          <a:xfrm>
            <a:off x="2005023" y="2319477"/>
            <a:ext cx="25153918" cy="8420700"/>
          </a:xfrm>
          <a:prstGeom prst="rect">
            <a:avLst/>
          </a:prstGeom>
        </p:spPr>
        <p:txBody>
          <a:bodyPr vert="horz" lIns="91440" tIns="45720" rIns="91440" bIns="45720" rtlCol="0" anchor="ctr">
            <a:norm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B5D860E9-2875-3048-8F34-516E5303C72D}"/>
              </a:ext>
            </a:extLst>
          </p:cNvPr>
          <p:cNvSpPr>
            <a:spLocks noGrp="1"/>
          </p:cNvSpPr>
          <p:nvPr>
            <p:ph type="body" idx="1"/>
          </p:nvPr>
        </p:nvSpPr>
        <p:spPr>
          <a:xfrm>
            <a:off x="2005023" y="11597368"/>
            <a:ext cx="25153918" cy="276420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F1BB9EBE-351E-1B4D-8428-E74BE934ECEC}"/>
              </a:ext>
            </a:extLst>
          </p:cNvPr>
          <p:cNvSpPr>
            <a:spLocks noGrp="1"/>
          </p:cNvSpPr>
          <p:nvPr>
            <p:ph type="dt" sz="half" idx="2"/>
          </p:nvPr>
        </p:nvSpPr>
        <p:spPr>
          <a:xfrm>
            <a:off x="2005022" y="40379012"/>
            <a:ext cx="6561892" cy="2319473"/>
          </a:xfrm>
          <a:prstGeom prst="rect">
            <a:avLst/>
          </a:prstGeom>
        </p:spPr>
        <p:txBody>
          <a:bodyPr vert="horz" lIns="91440" tIns="45720" rIns="91440" bIns="45720" rtlCol="0" anchor="ctr"/>
          <a:lstStyle>
            <a:lvl1pPr algn="l">
              <a:defRPr sz="2871">
                <a:solidFill>
                  <a:schemeClr val="tx1">
                    <a:tint val="75000"/>
                  </a:schemeClr>
                </a:solidFill>
              </a:defRPr>
            </a:lvl1pPr>
          </a:lstStyle>
          <a:p>
            <a:fld id="{8D9B6C80-6E4C-9E41-99CA-827972CBEB8E}" type="datetimeFigureOut">
              <a:rPr lang="fr-FR" smtClean="0"/>
              <a:t>24/12/2024</a:t>
            </a:fld>
            <a:endParaRPr lang="fr-FR" dirty="0"/>
          </a:p>
        </p:txBody>
      </p:sp>
      <p:sp>
        <p:nvSpPr>
          <p:cNvPr id="5" name="Footer Placeholder 4">
            <a:extLst>
              <a:ext uri="{FF2B5EF4-FFF2-40B4-BE49-F238E27FC236}">
                <a16:creationId xmlns:a16="http://schemas.microsoft.com/office/drawing/2014/main" id="{C4E9331D-0054-6146-90B8-DCFD44BD817E}"/>
              </a:ext>
            </a:extLst>
          </p:cNvPr>
          <p:cNvSpPr>
            <a:spLocks noGrp="1"/>
          </p:cNvSpPr>
          <p:nvPr>
            <p:ph type="ftr" sz="quarter" idx="3"/>
          </p:nvPr>
        </p:nvSpPr>
        <p:spPr>
          <a:xfrm>
            <a:off x="9660563" y="40379012"/>
            <a:ext cx="9842838" cy="2319473"/>
          </a:xfrm>
          <a:prstGeom prst="rect">
            <a:avLst/>
          </a:prstGeom>
        </p:spPr>
        <p:txBody>
          <a:bodyPr vert="horz" lIns="91440" tIns="45720" rIns="91440" bIns="45720" rtlCol="0" anchor="ctr"/>
          <a:lstStyle>
            <a:lvl1pPr algn="ctr">
              <a:defRPr sz="2871">
                <a:solidFill>
                  <a:schemeClr val="tx1">
                    <a:tint val="75000"/>
                  </a:schemeClr>
                </a:solidFill>
              </a:defRPr>
            </a:lvl1pPr>
          </a:lstStyle>
          <a:p>
            <a:endParaRPr lang="fr-FR" dirty="0"/>
          </a:p>
        </p:txBody>
      </p:sp>
      <p:sp>
        <p:nvSpPr>
          <p:cNvPr id="6" name="Slide Number Placeholder 5">
            <a:extLst>
              <a:ext uri="{FF2B5EF4-FFF2-40B4-BE49-F238E27FC236}">
                <a16:creationId xmlns:a16="http://schemas.microsoft.com/office/drawing/2014/main" id="{D1C13714-254A-2E4E-9377-6080060AAEDE}"/>
              </a:ext>
            </a:extLst>
          </p:cNvPr>
          <p:cNvSpPr>
            <a:spLocks noGrp="1"/>
          </p:cNvSpPr>
          <p:nvPr>
            <p:ph type="sldNum" sz="quarter" idx="4"/>
          </p:nvPr>
        </p:nvSpPr>
        <p:spPr>
          <a:xfrm>
            <a:off x="20597049" y="40379012"/>
            <a:ext cx="6561892" cy="2319473"/>
          </a:xfrm>
          <a:prstGeom prst="rect">
            <a:avLst/>
          </a:prstGeom>
        </p:spPr>
        <p:txBody>
          <a:bodyPr vert="horz" lIns="91440" tIns="45720" rIns="91440" bIns="45720" rtlCol="0" anchor="ctr"/>
          <a:lstStyle>
            <a:lvl1pPr algn="r">
              <a:defRPr sz="2871">
                <a:solidFill>
                  <a:schemeClr val="tx1">
                    <a:tint val="75000"/>
                  </a:schemeClr>
                </a:solidFill>
              </a:defRPr>
            </a:lvl1pPr>
          </a:lstStyle>
          <a:p>
            <a:fld id="{1AB4D76F-E98B-8C40-B24E-DBA088A9CE8A}" type="slidenum">
              <a:rPr lang="fr-FR" smtClean="0"/>
              <a:t>‹#›</a:t>
            </a:fld>
            <a:endParaRPr lang="fr-FR" dirty="0"/>
          </a:p>
        </p:txBody>
      </p:sp>
    </p:spTree>
    <p:extLst>
      <p:ext uri="{BB962C8B-B14F-4D97-AF65-F5344CB8AC3E}">
        <p14:creationId xmlns:p14="http://schemas.microsoft.com/office/powerpoint/2010/main" val="246472276"/>
      </p:ext>
    </p:extLst>
  </p:cSld>
  <p:clrMap bg1="lt1" tx1="dk1" bg2="lt2" tx2="dk2" accent1="accent1" accent2="accent2" accent3="accent3" accent4="accent4" accent5="accent5" accent6="accent6" hlink="hlink" folHlink="folHlink"/>
  <p:sldLayoutIdLst>
    <p:sldLayoutId id="2147483735"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36" r:id="rId10"/>
    <p:sldLayoutId id="2147483737" r:id="rId11"/>
  </p:sldLayoutIdLst>
  <p:transition spd="slow">
    <p:push/>
  </p:transition>
  <p:hf hdr="0" dt="0"/>
  <p:txStyles>
    <p:titleStyle>
      <a:lvl1pPr algn="l" defTabSz="2187336" rtl="0" eaLnBrk="1" latinLnBrk="0" hangingPunct="1">
        <a:lnSpc>
          <a:spcPct val="90000"/>
        </a:lnSpc>
        <a:spcBef>
          <a:spcPct val="0"/>
        </a:spcBef>
        <a:buNone/>
        <a:defRPr sz="10525" b="1" kern="1200">
          <a:solidFill>
            <a:schemeClr val="tx1"/>
          </a:solidFill>
          <a:latin typeface="+mj-lt"/>
          <a:ea typeface="+mj-ea"/>
          <a:cs typeface="+mj-cs"/>
        </a:defRPr>
      </a:lvl1pPr>
    </p:titleStyle>
    <p:bodyStyle>
      <a:lvl1pPr marL="546834" indent="-546834" algn="l" defTabSz="2187336" rtl="0" eaLnBrk="1" latinLnBrk="0" hangingPunct="1">
        <a:lnSpc>
          <a:spcPct val="90000"/>
        </a:lnSpc>
        <a:spcBef>
          <a:spcPts val="2392"/>
        </a:spcBef>
        <a:buFont typeface="Arial" panose="020B0604020202020204" pitchFamily="34" charset="0"/>
        <a:buChar char="•"/>
        <a:defRPr sz="6698" kern="1200">
          <a:solidFill>
            <a:schemeClr val="tx1"/>
          </a:solidFill>
          <a:latin typeface="+mn-lt"/>
          <a:ea typeface="+mn-ea"/>
          <a:cs typeface="+mn-cs"/>
        </a:defRPr>
      </a:lvl1pPr>
      <a:lvl2pPr marL="1640502" indent="-546834" algn="l" defTabSz="2187336" rtl="0" eaLnBrk="1" latinLnBrk="0" hangingPunct="1">
        <a:lnSpc>
          <a:spcPct val="90000"/>
        </a:lnSpc>
        <a:spcBef>
          <a:spcPts val="1196"/>
        </a:spcBef>
        <a:buFont typeface="Arial" panose="020B0604020202020204" pitchFamily="34" charset="0"/>
        <a:buChar char="•"/>
        <a:defRPr sz="5741" kern="1200">
          <a:solidFill>
            <a:schemeClr val="tx1"/>
          </a:solidFill>
          <a:latin typeface="+mn-lt"/>
          <a:ea typeface="+mn-ea"/>
          <a:cs typeface="+mn-cs"/>
        </a:defRPr>
      </a:lvl2pPr>
      <a:lvl3pPr marL="2734170" indent="-546834" algn="l" defTabSz="2187336" rtl="0" eaLnBrk="1" latinLnBrk="0" hangingPunct="1">
        <a:lnSpc>
          <a:spcPct val="90000"/>
        </a:lnSpc>
        <a:spcBef>
          <a:spcPts val="1196"/>
        </a:spcBef>
        <a:buFont typeface="Arial" panose="020B0604020202020204" pitchFamily="34" charset="0"/>
        <a:buChar char="•"/>
        <a:defRPr sz="4784" kern="1200">
          <a:solidFill>
            <a:schemeClr val="tx1"/>
          </a:solidFill>
          <a:latin typeface="+mn-lt"/>
          <a:ea typeface="+mn-ea"/>
          <a:cs typeface="+mn-cs"/>
        </a:defRPr>
      </a:lvl3pPr>
      <a:lvl4pPr marL="3827838"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4pPr>
      <a:lvl5pPr marL="4921507"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5pPr>
      <a:lvl6pPr marL="6015175"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6pPr>
      <a:lvl7pPr marL="7108843"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7pPr>
      <a:lvl8pPr marL="8202511"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8pPr>
      <a:lvl9pPr marL="9296179"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9pPr>
    </p:bodyStyle>
    <p:otherStyle>
      <a:defPPr>
        <a:defRPr lang="en-BE"/>
      </a:defPPr>
      <a:lvl1pPr marL="0" algn="l" defTabSz="2187336" rtl="0" eaLnBrk="1" latinLnBrk="0" hangingPunct="1">
        <a:defRPr sz="4306" kern="1200">
          <a:solidFill>
            <a:schemeClr val="tx1"/>
          </a:solidFill>
          <a:latin typeface="+mn-lt"/>
          <a:ea typeface="+mn-ea"/>
          <a:cs typeface="+mn-cs"/>
        </a:defRPr>
      </a:lvl1pPr>
      <a:lvl2pPr marL="1093668" algn="l" defTabSz="2187336" rtl="0" eaLnBrk="1" latinLnBrk="0" hangingPunct="1">
        <a:defRPr sz="4306" kern="1200">
          <a:solidFill>
            <a:schemeClr val="tx1"/>
          </a:solidFill>
          <a:latin typeface="+mn-lt"/>
          <a:ea typeface="+mn-ea"/>
          <a:cs typeface="+mn-cs"/>
        </a:defRPr>
      </a:lvl2pPr>
      <a:lvl3pPr marL="2187336" algn="l" defTabSz="2187336" rtl="0" eaLnBrk="1" latinLnBrk="0" hangingPunct="1">
        <a:defRPr sz="4306" kern="1200">
          <a:solidFill>
            <a:schemeClr val="tx1"/>
          </a:solidFill>
          <a:latin typeface="+mn-lt"/>
          <a:ea typeface="+mn-ea"/>
          <a:cs typeface="+mn-cs"/>
        </a:defRPr>
      </a:lvl3pPr>
      <a:lvl4pPr marL="3281004" algn="l" defTabSz="2187336" rtl="0" eaLnBrk="1" latinLnBrk="0" hangingPunct="1">
        <a:defRPr sz="4306" kern="1200">
          <a:solidFill>
            <a:schemeClr val="tx1"/>
          </a:solidFill>
          <a:latin typeface="+mn-lt"/>
          <a:ea typeface="+mn-ea"/>
          <a:cs typeface="+mn-cs"/>
        </a:defRPr>
      </a:lvl4pPr>
      <a:lvl5pPr marL="4374672" algn="l" defTabSz="2187336" rtl="0" eaLnBrk="1" latinLnBrk="0" hangingPunct="1">
        <a:defRPr sz="4306" kern="1200">
          <a:solidFill>
            <a:schemeClr val="tx1"/>
          </a:solidFill>
          <a:latin typeface="+mn-lt"/>
          <a:ea typeface="+mn-ea"/>
          <a:cs typeface="+mn-cs"/>
        </a:defRPr>
      </a:lvl5pPr>
      <a:lvl6pPr marL="5468341" algn="l" defTabSz="2187336" rtl="0" eaLnBrk="1" latinLnBrk="0" hangingPunct="1">
        <a:defRPr sz="4306" kern="1200">
          <a:solidFill>
            <a:schemeClr val="tx1"/>
          </a:solidFill>
          <a:latin typeface="+mn-lt"/>
          <a:ea typeface="+mn-ea"/>
          <a:cs typeface="+mn-cs"/>
        </a:defRPr>
      </a:lvl6pPr>
      <a:lvl7pPr marL="6562009" algn="l" defTabSz="2187336" rtl="0" eaLnBrk="1" latinLnBrk="0" hangingPunct="1">
        <a:defRPr sz="4306" kern="1200">
          <a:solidFill>
            <a:schemeClr val="tx1"/>
          </a:solidFill>
          <a:latin typeface="+mn-lt"/>
          <a:ea typeface="+mn-ea"/>
          <a:cs typeface="+mn-cs"/>
        </a:defRPr>
      </a:lvl7pPr>
      <a:lvl8pPr marL="7655677" algn="l" defTabSz="2187336" rtl="0" eaLnBrk="1" latinLnBrk="0" hangingPunct="1">
        <a:defRPr sz="4306" kern="1200">
          <a:solidFill>
            <a:schemeClr val="tx1"/>
          </a:solidFill>
          <a:latin typeface="+mn-lt"/>
          <a:ea typeface="+mn-ea"/>
          <a:cs typeface="+mn-cs"/>
        </a:defRPr>
      </a:lvl8pPr>
      <a:lvl9pPr marL="8749345" algn="l" defTabSz="2187336" rtl="0" eaLnBrk="1" latinLnBrk="0" hangingPunct="1">
        <a:defRPr sz="43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26.pn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29.png"/><Relationship Id="rId42" Type="http://schemas.microsoft.com/office/2007/relationships/hdphoto" Target="../media/hdphoto2.wdp"/><Relationship Id="rId47" Type="http://schemas.openxmlformats.org/officeDocument/2006/relationships/image" Target="../media/image40.png"/><Relationship Id="rId50" Type="http://schemas.microsoft.com/office/2007/relationships/hdphoto" Target="../media/hdphoto5.wdp"/><Relationship Id="rId55" Type="http://schemas.openxmlformats.org/officeDocument/2006/relationships/image" Target="../media/image50.png"/><Relationship Id="rId2" Type="http://schemas.openxmlformats.org/officeDocument/2006/relationships/image" Target="../media/image15.png"/><Relationship Id="rId29" Type="http://schemas.openxmlformats.org/officeDocument/2006/relationships/image" Target="../media/image28.png"/><Relationship Id="rId1" Type="http://schemas.openxmlformats.org/officeDocument/2006/relationships/slideLayout" Target="../slideLayouts/slideLayout1.xml"/><Relationship Id="rId11" Type="http://schemas.openxmlformats.org/officeDocument/2006/relationships/image" Target="../media/image200.png"/><Relationship Id="rId24" Type="http://schemas.openxmlformats.org/officeDocument/2006/relationships/image" Target="../media/image24.png"/><Relationship Id="rId32" Type="http://schemas.openxmlformats.org/officeDocument/2006/relationships/image" Target="../media/image34.png"/><Relationship Id="rId37" Type="http://schemas.openxmlformats.org/officeDocument/2006/relationships/image" Target="../media/image35.png"/><Relationship Id="rId40" Type="http://schemas.microsoft.com/office/2007/relationships/hdphoto" Target="../media/hdphoto1.wdp"/><Relationship Id="rId45" Type="http://schemas.openxmlformats.org/officeDocument/2006/relationships/image" Target="../media/image430.png"/><Relationship Id="rId53" Type="http://schemas.microsoft.com/office/2007/relationships/hdphoto" Target="../media/hdphoto6.wdp"/><Relationship Id="rId5" Type="http://schemas.openxmlformats.org/officeDocument/2006/relationships/image" Target="../media/image17.png"/><Relationship Id="rId23" Type="http://schemas.openxmlformats.org/officeDocument/2006/relationships/image" Target="../media/image22.png"/><Relationship Id="rId28" Type="http://schemas.openxmlformats.org/officeDocument/2006/relationships/image" Target="../media/image30.png"/><Relationship Id="rId36" Type="http://schemas.openxmlformats.org/officeDocument/2006/relationships/image" Target="../media/image32.tiff"/><Relationship Id="rId49" Type="http://schemas.openxmlformats.org/officeDocument/2006/relationships/image" Target="../media/image41.png"/><Relationship Id="rId57" Type="http://schemas.openxmlformats.org/officeDocument/2006/relationships/image" Target="../media/image45.png"/><Relationship Id="rId19" Type="http://schemas.openxmlformats.org/officeDocument/2006/relationships/image" Target="../media/image23.png"/><Relationship Id="rId31" Type="http://schemas.openxmlformats.org/officeDocument/2006/relationships/image" Target="../media/image33.png"/><Relationship Id="rId44" Type="http://schemas.microsoft.com/office/2007/relationships/hdphoto" Target="../media/hdphoto3.wdp"/><Relationship Id="rId52" Type="http://schemas.openxmlformats.org/officeDocument/2006/relationships/image" Target="../media/image43.png"/><Relationship Id="rId4" Type="http://schemas.openxmlformats.org/officeDocument/2006/relationships/image" Target="../media/image15.emf"/><Relationship Id="rId9" Type="http://schemas.openxmlformats.org/officeDocument/2006/relationships/image" Target="../media/image20.png"/><Relationship Id="rId22" Type="http://schemas.openxmlformats.org/officeDocument/2006/relationships/image" Target="../media/image21.png"/><Relationship Id="rId27" Type="http://schemas.openxmlformats.org/officeDocument/2006/relationships/image" Target="../media/image27.png"/><Relationship Id="rId30" Type="http://schemas.openxmlformats.org/officeDocument/2006/relationships/image" Target="../media/image32.png"/><Relationship Id="rId35" Type="http://schemas.openxmlformats.org/officeDocument/2006/relationships/image" Target="../media/image31.png"/><Relationship Id="rId43" Type="http://schemas.openxmlformats.org/officeDocument/2006/relationships/image" Target="../media/image39.png"/><Relationship Id="rId48" Type="http://schemas.microsoft.com/office/2007/relationships/hdphoto" Target="../media/hdphoto4.wdp"/><Relationship Id="rId56" Type="http://schemas.openxmlformats.org/officeDocument/2006/relationships/image" Target="../media/image51.png"/><Relationship Id="rId51" Type="http://schemas.openxmlformats.org/officeDocument/2006/relationships/image" Target="../media/image42.png"/><Relationship Id="rId3" Type="http://schemas.openxmlformats.org/officeDocument/2006/relationships/image" Target="../media/image16.png"/><Relationship Id="rId25" Type="http://schemas.openxmlformats.org/officeDocument/2006/relationships/image" Target="../media/image25.tiff"/><Relationship Id="rId33" Type="http://schemas.openxmlformats.org/officeDocument/2006/relationships/image" Target="../media/image28.jpeg"/><Relationship Id="rId38" Type="http://schemas.openxmlformats.org/officeDocument/2006/relationships/image" Target="../media/image36.png"/><Relationship Id="rId46" Type="http://schemas.openxmlformats.org/officeDocument/2006/relationships/image" Target="../media/image44.png"/><Relationship Id="rId20" Type="http://schemas.openxmlformats.org/officeDocument/2006/relationships/image" Target="../media/image18.png"/><Relationship Id="rId41" Type="http://schemas.openxmlformats.org/officeDocument/2006/relationships/image" Target="../media/image38.png"/><Relationship Id="rId5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8" name="Text Placeholder 37">
                <a:extLst>
                  <a:ext uri="{FF2B5EF4-FFF2-40B4-BE49-F238E27FC236}">
                    <a16:creationId xmlns:a16="http://schemas.microsoft.com/office/drawing/2014/main" id="{2E462FAC-1184-4732-80FB-A8396EF8124D}"/>
                  </a:ext>
                </a:extLst>
              </p:cNvPr>
              <p:cNvSpPr>
                <a:spLocks noGrp="1"/>
              </p:cNvSpPr>
              <p:nvPr>
                <p:ph type="body" sz="quarter" idx="13"/>
              </p:nvPr>
            </p:nvSpPr>
            <p:spPr>
              <a:xfrm>
                <a:off x="1657043" y="3200997"/>
                <a:ext cx="25189380" cy="3023855"/>
              </a:xfrm>
            </p:spPr>
            <p:txBody>
              <a:bodyPr>
                <a:noAutofit/>
              </a:bodyPr>
              <a:lstStyle/>
              <a:p>
                <a:pPr marL="0" indent="0">
                  <a:buNone/>
                </a:pPr>
                <a:r>
                  <a:rPr lang="nl-NL" sz="2400" dirty="0">
                    <a:latin typeface="Times New Roman" panose="02020603050405020304" pitchFamily="18" charset="0"/>
                    <a:cs typeface="Times New Roman" panose="02020603050405020304" pitchFamily="18" charset="0"/>
                  </a:rPr>
                  <a:t>Authors:Seyed ali atya</a:t>
                </a:r>
                <a14:m>
                  <m:oMath xmlns:m="http://schemas.openxmlformats.org/officeDocument/2006/math">
                    <m:sSup>
                      <m:sSupPr>
                        <m:ctrlPr>
                          <a:rPr lang="nl-NL" sz="2400" i="1" smtClean="0">
                            <a:latin typeface="Cambria Math" panose="02040503050406030204" pitchFamily="18" charset="0"/>
                            <a:cs typeface="Times New Roman" panose="02020603050405020304" pitchFamily="18" charset="0"/>
                          </a:rPr>
                        </m:ctrlPr>
                      </m:sSupPr>
                      <m:e>
                        <m:r>
                          <m:rPr>
                            <m:nor/>
                          </m:rPr>
                          <a:rPr lang="nl-NL" sz="2400" dirty="0">
                            <a:latin typeface="Times New Roman" panose="02020603050405020304" pitchFamily="18" charset="0"/>
                            <a:cs typeface="Times New Roman" panose="02020603050405020304" pitchFamily="18" charset="0"/>
                          </a:rPr>
                          <m:t>bi</m:t>
                        </m:r>
                      </m:e>
                      <m:sup>
                        <m:r>
                          <a:rPr lang="en-US" sz="2400" b="1" i="1" smtClean="0">
                            <a:latin typeface="Cambria Math" panose="02040503050406030204" pitchFamily="18" charset="0"/>
                            <a:cs typeface="Times New Roman" panose="02020603050405020304" pitchFamily="18" charset="0"/>
                          </a:rPr>
                          <m:t>𝟏</m:t>
                        </m:r>
                        <m:r>
                          <m:rPr>
                            <m:nor/>
                          </m:rPr>
                          <a:rPr lang="nl-NL" sz="2400" dirty="0">
                            <a:latin typeface="Times New Roman" panose="02020603050405020304" pitchFamily="18" charset="0"/>
                            <a:cs typeface="Times New Roman" panose="02020603050405020304" pitchFamily="18" charset="0"/>
                          </a:rPr>
                          <m:t>∗</m:t>
                        </m:r>
                      </m:sup>
                    </m:sSup>
                  </m:oMath>
                </a14:m>
                <a:r>
                  <a:rPr lang="nl-NL" sz="2400" dirty="0">
                    <a:latin typeface="Times New Roman" panose="02020603050405020304" pitchFamily="18" charset="0"/>
                    <a:cs typeface="Times New Roman" panose="02020603050405020304" pitchFamily="18" charset="0"/>
                  </a:rPr>
                  <a:t>, Wim De Schepp</a:t>
                </a:r>
                <a14:m>
                  <m:oMath xmlns:m="http://schemas.openxmlformats.org/officeDocument/2006/math">
                    <m:sSup>
                      <m:sSupPr>
                        <m:ctrlPr>
                          <a:rPr lang="nl-NL" sz="2400" i="1">
                            <a:latin typeface="Cambria Math" panose="02040503050406030204" pitchFamily="18" charset="0"/>
                            <a:cs typeface="Times New Roman" panose="02020603050405020304" pitchFamily="18" charset="0"/>
                          </a:rPr>
                        </m:ctrlPr>
                      </m:sSupPr>
                      <m:e>
                        <m:r>
                          <m:rPr>
                            <m:nor/>
                          </m:rPr>
                          <a:rPr lang="en-US" sz="2400" b="1" i="0" dirty="0" smtClean="0">
                            <a:latin typeface="Times New Roman" panose="02020603050405020304" pitchFamily="18" charset="0"/>
                            <a:cs typeface="Times New Roman" panose="02020603050405020304" pitchFamily="18" charset="0"/>
                          </a:rPr>
                          <m:t>er</m:t>
                        </m:r>
                      </m:e>
                      <m:sup>
                        <m:r>
                          <a:rPr lang="en-US" sz="2400" i="1">
                            <a:latin typeface="Cambria Math" panose="02040503050406030204" pitchFamily="18" charset="0"/>
                            <a:cs typeface="Times New Roman" panose="02020603050405020304" pitchFamily="18" charset="0"/>
                          </a:rPr>
                          <m:t>𝟏</m:t>
                        </m:r>
                      </m:sup>
                    </m:sSup>
                  </m:oMath>
                </a14:m>
                <a:r>
                  <a:rPr lang="nl-NL" sz="2400" dirty="0">
                    <a:latin typeface="Times New Roman" panose="02020603050405020304" pitchFamily="18" charset="0"/>
                    <a:cs typeface="Times New Roman" panose="02020603050405020304" pitchFamily="18" charset="0"/>
                  </a:rPr>
                  <a:t>, and Jan Va</a:t>
                </a:r>
                <a14:m>
                  <m:oMath xmlns:m="http://schemas.openxmlformats.org/officeDocument/2006/math">
                    <m:sSup>
                      <m:sSupPr>
                        <m:ctrlPr>
                          <a:rPr lang="nl-NL" sz="2400" i="1">
                            <a:latin typeface="Cambria Math" panose="02040503050406030204" pitchFamily="18" charset="0"/>
                            <a:cs typeface="Times New Roman" panose="02020603050405020304" pitchFamily="18" charset="0"/>
                          </a:rPr>
                        </m:ctrlPr>
                      </m:sSupPr>
                      <m:e>
                        <m:r>
                          <m:rPr>
                            <m:nor/>
                          </m:rPr>
                          <a:rPr lang="en-US" sz="2400" b="1" i="0" dirty="0" smtClean="0">
                            <a:latin typeface="Times New Roman" panose="02020603050405020304" pitchFamily="18" charset="0"/>
                            <a:cs typeface="Times New Roman" panose="02020603050405020304" pitchFamily="18" charset="0"/>
                          </a:rPr>
                          <m:t>es</m:t>
                        </m:r>
                      </m:e>
                      <m:sup>
                        <m:r>
                          <a:rPr lang="en-US" sz="2400" b="1" i="1" dirty="0" smtClean="0">
                            <a:latin typeface="Cambria Math" panose="02040503050406030204" pitchFamily="18" charset="0"/>
                            <a:cs typeface="Times New Roman" panose="02020603050405020304" pitchFamily="18" charset="0"/>
                          </a:rPr>
                          <m:t>𝟏</m:t>
                        </m:r>
                        <m:r>
                          <a:rPr lang="en-US" sz="2400" b="1" i="1" dirty="0" smtClean="0">
                            <a:latin typeface="Cambria Math" panose="02040503050406030204" pitchFamily="18" charset="0"/>
                            <a:cs typeface="Times New Roman" panose="02020603050405020304" pitchFamily="18" charset="0"/>
                          </a:rPr>
                          <m:t>,</m:t>
                        </m:r>
                        <m:r>
                          <a:rPr lang="en-US" sz="2400" b="1" i="1" smtClean="0">
                            <a:latin typeface="Cambria Math" panose="02040503050406030204" pitchFamily="18" charset="0"/>
                            <a:cs typeface="Times New Roman" panose="02020603050405020304" pitchFamily="18" charset="0"/>
                          </a:rPr>
                          <m:t>𝟐</m:t>
                        </m:r>
                      </m:sup>
                    </m:sSup>
                  </m:oMath>
                </a14:m>
                <a:r>
                  <a:rPr lang="en-US" sz="2400" b="1" dirty="0">
                    <a:latin typeface="Times New Roman" panose="02020603050405020304" pitchFamily="18" charset="0"/>
                    <a:cs typeface="Times New Roman" panose="02020603050405020304" pitchFamily="18" charset="0"/>
                  </a:rPr>
                  <a:t>  </a:t>
                </a:r>
                <a:r>
                  <a:rPr lang="nl-NL" sz="2400" dirty="0">
                    <a:latin typeface="Times New Roman" panose="02020603050405020304" pitchFamily="18" charset="0"/>
                    <a:cs typeface="Times New Roman" panose="02020603050405020304" pitchFamily="18" charset="0"/>
                  </a:rPr>
                  <a:t>*Email:ali.atyabi@vito.be</a:t>
                </a:r>
              </a:p>
              <a:p>
                <a:pPr marL="0" indent="0">
                  <a:buNone/>
                </a:pPr>
                <a:r>
                  <a:rPr lang="nl-NL" sz="2400" dirty="0">
                    <a:latin typeface="Times New Roman" panose="02020603050405020304" pitchFamily="18" charset="0"/>
                    <a:cs typeface="Times New Roman" panose="02020603050405020304" pitchFamily="18" charset="0"/>
                  </a:rPr>
                  <a:t> 1.VITO: Sustainable Chemistry, Flemish Institute for Technological Research, Mol,</a:t>
                </a:r>
                <a:r>
                  <a:rPr lang="en-US" sz="2400" b="1" i="0" dirty="0">
                    <a:latin typeface="Times New Roman" panose="02020603050405020304" pitchFamily="18" charset="0"/>
                    <a:cs typeface="Times New Roman" panose="02020603050405020304" pitchFamily="18" charset="0"/>
                  </a:rPr>
                  <a:t> Belgium</a:t>
                </a:r>
              </a:p>
              <a:p>
                <a:pPr marL="0" indent="0">
                  <a:buNone/>
                </a:pPr>
                <a:r>
                  <a:rPr lang="en-US" sz="2400" b="1" i="0" dirty="0">
                    <a:latin typeface="Times New Roman" panose="02020603050405020304" pitchFamily="18" charset="0"/>
                    <a:cs typeface="Times New Roman" panose="02020603050405020304" pitchFamily="18" charset="0"/>
                  </a:rPr>
                  <a:t> 2. Ghent University, Department of Solid State Sciences, Gent, Belgium</a:t>
                </a:r>
                <a:endParaRPr lang="nl-NL" sz="2400" i="0" dirty="0">
                  <a:latin typeface="Times New Roman" panose="02020603050405020304" pitchFamily="18" charset="0"/>
                  <a:cs typeface="Times New Roman" panose="02020603050405020304" pitchFamily="18" charset="0"/>
                </a:endParaRPr>
              </a:p>
              <a:p>
                <a:pPr marL="0" indent="0">
                  <a:buNone/>
                </a:pPr>
                <a:endParaRPr lang="nl-NL" sz="2400" dirty="0">
                  <a:latin typeface="Times New Roman" panose="02020603050405020304" pitchFamily="18" charset="0"/>
                  <a:cs typeface="Times New Roman" panose="02020603050405020304" pitchFamily="18" charset="0"/>
                </a:endParaRPr>
              </a:p>
              <a:p>
                <a:pPr marL="0" indent="0">
                  <a:buNone/>
                </a:pPr>
                <a:endParaRPr lang="nl-NL" sz="2400" dirty="0">
                  <a:latin typeface="Times New Roman" panose="02020603050405020304" pitchFamily="18" charset="0"/>
                  <a:cs typeface="Times New Roman" panose="02020603050405020304" pitchFamily="18" charset="0"/>
                </a:endParaRPr>
              </a:p>
              <a:p>
                <a:pPr marL="0" indent="0" algn="ctr">
                  <a:buNone/>
                </a:pPr>
                <a:endParaRPr lang="nl-NL" sz="2400" dirty="0">
                  <a:latin typeface="Times New Roman" panose="02020603050405020304" pitchFamily="18" charset="0"/>
                  <a:cs typeface="Times New Roman" panose="02020603050405020304" pitchFamily="18" charset="0"/>
                </a:endParaRPr>
              </a:p>
            </p:txBody>
          </p:sp>
        </mc:Choice>
        <mc:Fallback xmlns="">
          <p:sp>
            <p:nvSpPr>
              <p:cNvPr id="38" name="Text Placeholder 37">
                <a:extLst>
                  <a:ext uri="{FF2B5EF4-FFF2-40B4-BE49-F238E27FC236}">
                    <a16:creationId xmlns:a16="http://schemas.microsoft.com/office/drawing/2014/main" id="{2E462FAC-1184-4732-80FB-A8396EF8124D}"/>
                  </a:ext>
                </a:extLst>
              </p:cNvPr>
              <p:cNvSpPr>
                <a:spLocks noGrp="1" noRot="1" noChangeAspect="1" noMove="1" noResize="1" noEditPoints="1" noAdjustHandles="1" noChangeArrowheads="1" noChangeShapeType="1" noTextEdit="1"/>
              </p:cNvSpPr>
              <p:nvPr>
                <p:ph type="body" sz="quarter" idx="13"/>
              </p:nvPr>
            </p:nvSpPr>
            <p:spPr>
              <a:xfrm>
                <a:off x="1657043" y="3200997"/>
                <a:ext cx="25189380" cy="3023855"/>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ZoneTexte 36">
                <a:extLst>
                  <a:ext uri="{FF2B5EF4-FFF2-40B4-BE49-F238E27FC236}">
                    <a16:creationId xmlns:a16="http://schemas.microsoft.com/office/drawing/2014/main" id="{9B383219-AA31-475C-B2D9-F24F1CF7AADF}"/>
                  </a:ext>
                </a:extLst>
              </p:cNvPr>
              <p:cNvSpPr txBox="1">
                <a:spLocks noChangeArrowheads="1"/>
              </p:cNvSpPr>
              <p:nvPr/>
            </p:nvSpPr>
            <p:spPr bwMode="auto">
              <a:xfrm>
                <a:off x="19055794" y="125909"/>
                <a:ext cx="8502027" cy="19328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14600">
                    <a:solidFill>
                      <a:srgbClr val="929395"/>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12800">
                    <a:solidFill>
                      <a:srgbClr val="929395"/>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1000">
                    <a:solidFill>
                      <a:srgbClr val="929395"/>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9pPr>
              </a:lstStyle>
              <a:p>
                <a:pPr>
                  <a:buFont typeface="Arial" panose="020B0604020202020204" pitchFamily="34" charset="0"/>
                  <a:buNone/>
                </a:pPr>
                <a:r>
                  <a:rPr lang="en-US" altLang="en-US" sz="2600" b="1" dirty="0">
                    <a:solidFill>
                      <a:schemeClr val="tx1"/>
                    </a:solidFill>
                    <a:latin typeface="Times New Roman" panose="02020603050405020304" pitchFamily="18" charset="0"/>
                    <a:cs typeface="Times New Roman" panose="02020603050405020304" pitchFamily="18" charset="0"/>
                  </a:rPr>
                  <a:t>EFCF 2023:</a:t>
                </a:r>
              </a:p>
              <a:p>
                <a:pPr>
                  <a:buFont typeface="Arial" panose="020B0604020202020204" pitchFamily="34" charset="0"/>
                  <a:buNone/>
                </a:pPr>
                <a:r>
                  <a:rPr lang="en-US" altLang="en-US" sz="2600" b="1" dirty="0">
                    <a:solidFill>
                      <a:schemeClr val="tx1"/>
                    </a:solidFill>
                    <a:latin typeface="Times New Roman" panose="02020603050405020304" pitchFamily="18" charset="0"/>
                    <a:cs typeface="Times New Roman" panose="02020603050405020304" pitchFamily="18" charset="0"/>
                  </a:rPr>
                  <a:t> Low-Temp. Fuel Cells, Electrolysers &amp; </a:t>
                </a:r>
                <a14:m>
                  <m:oMath xmlns:m="http://schemas.openxmlformats.org/officeDocument/2006/math">
                    <m:sSub>
                      <m:sSubPr>
                        <m:ctrlPr>
                          <a:rPr lang="en-US" sz="2600" b="1" i="1" smtClean="0">
                            <a:solidFill>
                              <a:srgbClr val="000000"/>
                            </a:solidFill>
                            <a:latin typeface="Cambria Math" panose="02040503050406030204" pitchFamily="18" charset="0"/>
                            <a:cs typeface="Times New Roman" panose="02020603050405020304" pitchFamily="18" charset="0"/>
                          </a:rPr>
                        </m:ctrlPr>
                      </m:sSubPr>
                      <m:e>
                        <m:r>
                          <a:rPr lang="en-US" sz="2600" b="1" i="0" smtClean="0">
                            <a:solidFill>
                              <a:srgbClr val="000000"/>
                            </a:solidFill>
                            <a:latin typeface="Cambria Math" panose="02040503050406030204" pitchFamily="18" charset="0"/>
                            <a:cs typeface="Times New Roman" panose="02020603050405020304" pitchFamily="18" charset="0"/>
                          </a:rPr>
                          <m:t>𝐇</m:t>
                        </m:r>
                      </m:e>
                      <m:sub>
                        <m:r>
                          <a:rPr lang="en-US" sz="2600" b="1" i="0" smtClean="0">
                            <a:solidFill>
                              <a:srgbClr val="000000"/>
                            </a:solidFill>
                            <a:latin typeface="Cambria Math" panose="02040503050406030204" pitchFamily="18" charset="0"/>
                            <a:cs typeface="Times New Roman" panose="02020603050405020304" pitchFamily="18" charset="0"/>
                          </a:rPr>
                          <m:t>𝟐</m:t>
                        </m:r>
                      </m:sub>
                    </m:sSub>
                  </m:oMath>
                </a14:m>
                <a:r>
                  <a:rPr lang="en-US" altLang="en-US" sz="2600" b="1" dirty="0">
                    <a:solidFill>
                      <a:schemeClr val="tx1"/>
                    </a:solidFill>
                    <a:latin typeface="Times New Roman" panose="02020603050405020304" pitchFamily="18" charset="0"/>
                    <a:cs typeface="Times New Roman" panose="02020603050405020304" pitchFamily="18" charset="0"/>
                  </a:rPr>
                  <a:t> Processing</a:t>
                </a:r>
              </a:p>
              <a:p>
                <a:pPr>
                  <a:buFont typeface="Arial" panose="020B0604020202020204" pitchFamily="34" charset="0"/>
                  <a:buNone/>
                </a:pPr>
                <a:r>
                  <a:rPr lang="en-US" altLang="en-US" sz="2600" b="1" dirty="0">
                    <a:solidFill>
                      <a:schemeClr val="tx1"/>
                    </a:solidFill>
                    <a:latin typeface="Times New Roman" panose="02020603050405020304" pitchFamily="18" charset="0"/>
                    <a:cs typeface="Times New Roman" panose="02020603050405020304" pitchFamily="18" charset="0"/>
                  </a:rPr>
                  <a:t>Lucerne Switzerland</a:t>
                </a:r>
              </a:p>
              <a:p>
                <a:pPr>
                  <a:buFont typeface="Arial" panose="020B0604020202020204" pitchFamily="34" charset="0"/>
                  <a:buNone/>
                </a:pPr>
                <a:r>
                  <a:rPr lang="en-US" altLang="en-US" sz="2600" b="1" dirty="0">
                    <a:solidFill>
                      <a:schemeClr val="tx1"/>
                    </a:solidFill>
                    <a:latin typeface="Times New Roman" panose="02020603050405020304" pitchFamily="18" charset="0"/>
                    <a:cs typeface="Times New Roman" panose="02020603050405020304" pitchFamily="18" charset="0"/>
                  </a:rPr>
                  <a:t>4 – 7 July 2023</a:t>
                </a:r>
                <a:endParaRPr lang="fr-FR" altLang="fr-FR" sz="2600" dirty="0">
                  <a:solidFill>
                    <a:srgbClr val="495B64"/>
                  </a:solidFill>
                  <a:latin typeface="Times New Roman" panose="02020603050405020304" pitchFamily="18" charset="0"/>
                  <a:cs typeface="Times New Roman" panose="02020603050405020304" pitchFamily="18" charset="0"/>
                </a:endParaRPr>
              </a:p>
            </p:txBody>
          </p:sp>
        </mc:Choice>
        <mc:Fallback xmlns="">
          <p:sp>
            <p:nvSpPr>
              <p:cNvPr id="7" name="ZoneTexte 36">
                <a:extLst>
                  <a:ext uri="{FF2B5EF4-FFF2-40B4-BE49-F238E27FC236}">
                    <a16:creationId xmlns:a16="http://schemas.microsoft.com/office/drawing/2014/main" id="{9B383219-AA31-475C-B2D9-F24F1CF7AADF}"/>
                  </a:ext>
                </a:extLst>
              </p:cNvPr>
              <p:cNvSpPr txBox="1">
                <a:spLocks noRot="1" noChangeAspect="1" noMove="1" noResize="1" noEditPoints="1" noAdjustHandles="1" noChangeArrowheads="1" noChangeShapeType="1" noTextEdit="1"/>
              </p:cNvSpPr>
              <p:nvPr/>
            </p:nvSpPr>
            <p:spPr bwMode="auto">
              <a:xfrm>
                <a:off x="19055794" y="125909"/>
                <a:ext cx="8502027" cy="1932837"/>
              </a:xfrm>
              <a:prstGeom prst="rect">
                <a:avLst/>
              </a:prstGeom>
              <a:blipFill>
                <a:blip r:embed="rId3"/>
                <a:stretch>
                  <a:fillRect l="-1290" t="-3155" b="-694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TextBox 4">
            <a:extLst>
              <a:ext uri="{FF2B5EF4-FFF2-40B4-BE49-F238E27FC236}">
                <a16:creationId xmlns:a16="http://schemas.microsoft.com/office/drawing/2014/main" id="{D123C7C0-92FF-4B74-BB42-D1C9A4AA16F7}"/>
              </a:ext>
            </a:extLst>
          </p:cNvPr>
          <p:cNvSpPr txBox="1"/>
          <p:nvPr/>
        </p:nvSpPr>
        <p:spPr>
          <a:xfrm>
            <a:off x="2181110" y="24349170"/>
            <a:ext cx="12450136" cy="2015936"/>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The I-V curve of a cell is extracted from the results of a 1D model without considering bubble effects, then the gas flux is calculated based on faraday’s law at each cell voltage. </a:t>
            </a:r>
          </a:p>
          <a:p>
            <a:pPr algn="just"/>
            <a:r>
              <a:rPr lang="en-US" sz="2400" b="1" dirty="0">
                <a:latin typeface="Times New Roman" panose="02020603050405020304" pitchFamily="18" charset="0"/>
                <a:cs typeface="Times New Roman" panose="02020603050405020304" pitchFamily="18" charset="0"/>
              </a:rPr>
              <a:t>In this 2D simulation, the gas fraction in the porous domains is extracted and subsequently used to compensate for bubble effects in the 1D model.</a:t>
            </a:r>
          </a:p>
          <a:p>
            <a:pPr algn="l">
              <a:spcBef>
                <a:spcPts val="600"/>
              </a:spcBef>
            </a:pPr>
            <a:endParaRPr lang="en-US" sz="2400" dirty="0" err="1">
              <a:solidFill>
                <a:schemeClr val="accent1"/>
              </a:solidFill>
            </a:endParaRPr>
          </a:p>
        </p:txBody>
      </p:sp>
      <p:sp>
        <p:nvSpPr>
          <p:cNvPr id="176" name="TextBox 175">
            <a:extLst>
              <a:ext uri="{FF2B5EF4-FFF2-40B4-BE49-F238E27FC236}">
                <a16:creationId xmlns:a16="http://schemas.microsoft.com/office/drawing/2014/main" id="{CB48B65A-D4BB-4B94-86C1-6DCB1199DE1F}"/>
              </a:ext>
            </a:extLst>
          </p:cNvPr>
          <p:cNvSpPr txBox="1"/>
          <p:nvPr/>
        </p:nvSpPr>
        <p:spPr>
          <a:xfrm>
            <a:off x="15205372" y="16742321"/>
            <a:ext cx="12445962" cy="4154984"/>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Because of the very large pore size diameter in Nickel foam compared to the NM electrodes (x7800) the capillary pressure in the NM electrodes is approximately 5000 higher than in the Nickel foam.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Whenever the relative permeability of a gas increases, it decreases gas volume fraction from channel's inlet to outlet, therefore the capillary pressure in the Nickel foam domain goes down. Whenever the rate of gas removal from porous zones rises, capillary pressure in the porous zone decreases slightly.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Although there is a high production rate of gas in the NM electrode, the gas volume fraction within the foam remains higher than that in the NM. This is because the capillary pressure in the foam domain is smaller compared to the NM. As a result, most of the gas accumulates within the foam domain. </a:t>
            </a:r>
            <a:endParaRPr lang="en-US" sz="2400" dirty="0"/>
          </a:p>
        </p:txBody>
      </p:sp>
      <p:sp>
        <p:nvSpPr>
          <p:cNvPr id="16" name="TextBox 15">
            <a:extLst>
              <a:ext uri="{FF2B5EF4-FFF2-40B4-BE49-F238E27FC236}">
                <a16:creationId xmlns:a16="http://schemas.microsoft.com/office/drawing/2014/main" id="{0DDC7800-6638-482D-8E4A-34D5104716FC}"/>
              </a:ext>
            </a:extLst>
          </p:cNvPr>
          <p:cNvSpPr txBox="1"/>
          <p:nvPr/>
        </p:nvSpPr>
        <p:spPr>
          <a:xfrm>
            <a:off x="2414816" y="1979123"/>
            <a:ext cx="24996277" cy="1323439"/>
          </a:xfrm>
          <a:prstGeom prst="rect">
            <a:avLst/>
          </a:prstGeom>
          <a:solidFill>
            <a:srgbClr val="FFC000"/>
          </a:solidFill>
        </p:spPr>
        <p:txBody>
          <a:bodyPr wrap="square" rtlCol="0">
            <a:spAutoFit/>
          </a:bodyPr>
          <a:lstStyle/>
          <a:p>
            <a:pPr algn="ctr">
              <a:spcBef>
                <a:spcPts val="600"/>
              </a:spcBef>
            </a:pPr>
            <a:r>
              <a:rPr lang="en-US" sz="4000" b="1" dirty="0">
                <a:latin typeface="Times New Roman" panose="02020603050405020304" pitchFamily="18" charset="0"/>
                <a:cs typeface="Times New Roman" panose="02020603050405020304" pitchFamily="18" charset="0"/>
              </a:rPr>
              <a:t>A multiphase transport model for the evaluation of electrode and PTL bubble Coverage</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 in a Zero-Gap hydroxyl exchange Membrane Water Electrolyzer </a:t>
            </a:r>
            <a:endParaRPr lang="en-US" sz="4000" dirty="0"/>
          </a:p>
        </p:txBody>
      </p:sp>
      <p:pic>
        <p:nvPicPr>
          <p:cNvPr id="119" name="Picture 118">
            <a:extLst>
              <a:ext uri="{FF2B5EF4-FFF2-40B4-BE49-F238E27FC236}">
                <a16:creationId xmlns:a16="http://schemas.microsoft.com/office/drawing/2014/main" id="{4AFD9C17-5E20-4E17-9FE2-400419A9C83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17808"/>
          <a:stretch/>
        </p:blipFill>
        <p:spPr bwMode="auto">
          <a:xfrm>
            <a:off x="17284956" y="132607"/>
            <a:ext cx="1864777" cy="1984389"/>
          </a:xfrm>
          <a:prstGeom prst="rect">
            <a:avLst/>
          </a:prstGeom>
          <a:noFill/>
        </p:spPr>
      </p:pic>
      <p:pic>
        <p:nvPicPr>
          <p:cNvPr id="205" name="Picture 204">
            <a:extLst>
              <a:ext uri="{FF2B5EF4-FFF2-40B4-BE49-F238E27FC236}">
                <a16:creationId xmlns:a16="http://schemas.microsoft.com/office/drawing/2014/main" id="{972FC17D-EC62-4C7C-94EC-A539A16C560A}"/>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bwMode="auto">
          <a:xfrm>
            <a:off x="4098417" y="34316978"/>
            <a:ext cx="8406701" cy="6866837"/>
          </a:xfrm>
          <a:prstGeom prst="rect">
            <a:avLst/>
          </a:prstGeom>
        </p:spPr>
      </p:pic>
      <p:sp>
        <p:nvSpPr>
          <p:cNvPr id="207" name="TextBox 206">
            <a:extLst>
              <a:ext uri="{FF2B5EF4-FFF2-40B4-BE49-F238E27FC236}">
                <a16:creationId xmlns:a16="http://schemas.microsoft.com/office/drawing/2014/main" id="{90759A49-A092-4879-B63E-96ADFD34366A}"/>
              </a:ext>
            </a:extLst>
          </p:cNvPr>
          <p:cNvSpPr txBox="1"/>
          <p:nvPr/>
        </p:nvSpPr>
        <p:spPr>
          <a:xfrm rot="16200000">
            <a:off x="1585895" y="37170740"/>
            <a:ext cx="5235818"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Gas volume fraction</a:t>
            </a:r>
          </a:p>
        </p:txBody>
      </p:sp>
      <p:sp>
        <p:nvSpPr>
          <p:cNvPr id="219" name="TextBox 218">
            <a:extLst>
              <a:ext uri="{FF2B5EF4-FFF2-40B4-BE49-F238E27FC236}">
                <a16:creationId xmlns:a16="http://schemas.microsoft.com/office/drawing/2014/main" id="{111CEE60-6D1C-40CB-B02C-413D18713D05}"/>
              </a:ext>
            </a:extLst>
          </p:cNvPr>
          <p:cNvSpPr txBox="1"/>
          <p:nvPr/>
        </p:nvSpPr>
        <p:spPr>
          <a:xfrm>
            <a:off x="16019482" y="38560745"/>
            <a:ext cx="11591447" cy="2308324"/>
          </a:xfrm>
          <a:prstGeom prst="rect">
            <a:avLst/>
          </a:prstGeom>
          <a:noFill/>
        </p:spPr>
        <p:txBody>
          <a:bodyPr wrap="square">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Effect of bubble coverage on AWE performance is evaluated by multiphase model</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Pore size of porous electrode has a direct effect on permeability and capillary pressure and consequently on gas removal from the porous electrode</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Combination of high active area in NM domain and very high capillary pressure of NM domain bubble coverage has no significant effect on AWE cell performance </a:t>
            </a:r>
          </a:p>
          <a:p>
            <a:pPr marL="457200" indent="-457200" algn="just">
              <a:buFont typeface="+mj-lt"/>
              <a:buAutoNum type="arabicPeriod"/>
            </a:pPr>
            <a:endParaRPr lang="en-US" sz="2400" b="1" dirty="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CE5CB06F-0C8A-4F9E-BBBD-CF081A3F83C9}"/>
              </a:ext>
            </a:extLst>
          </p:cNvPr>
          <p:cNvSpPr txBox="1"/>
          <p:nvPr/>
        </p:nvSpPr>
        <p:spPr>
          <a:xfrm>
            <a:off x="16059887" y="41114124"/>
            <a:ext cx="11591447" cy="1200329"/>
          </a:xfrm>
          <a:prstGeom prst="rect">
            <a:avLst/>
          </a:prstGeom>
          <a:noFill/>
        </p:spPr>
        <p:txBody>
          <a:bodyPr wrap="square">
            <a:spAutoFit/>
          </a:bodyPr>
          <a:lstStyle/>
          <a:p>
            <a:pPr marL="0" indent="0">
              <a:buNone/>
            </a:pPr>
            <a:r>
              <a:rPr lang="en-US" sz="2400" b="1" dirty="0">
                <a:latin typeface="Times New Roman" panose="02020603050405020304" pitchFamily="18" charset="0"/>
                <a:cs typeface="Times New Roman" panose="02020603050405020304" pitchFamily="18" charset="0"/>
              </a:rPr>
              <a:t>[1] Zankowski SP, Vereecken PM. Electrochemical Determination of Porosity and  Surface Area of Thin Films of Interconnected Nickel Nanowires.  J Electrochem Soc 2019;166:D227–35. </a:t>
            </a:r>
          </a:p>
        </p:txBody>
      </p:sp>
      <p:sp>
        <p:nvSpPr>
          <p:cNvPr id="4" name="TextBox 3">
            <a:extLst>
              <a:ext uri="{FF2B5EF4-FFF2-40B4-BE49-F238E27FC236}">
                <a16:creationId xmlns:a16="http://schemas.microsoft.com/office/drawing/2014/main" id="{8C70BBB2-0243-47F2-BFAE-2D228DDEF51C}"/>
              </a:ext>
            </a:extLst>
          </p:cNvPr>
          <p:cNvSpPr txBox="1"/>
          <p:nvPr/>
        </p:nvSpPr>
        <p:spPr>
          <a:xfrm>
            <a:off x="2346403" y="15587807"/>
            <a:ext cx="2088233" cy="584775"/>
          </a:xfrm>
          <a:prstGeom prst="rect">
            <a:avLst/>
          </a:prstGeom>
          <a:solidFill>
            <a:srgbClr val="FFC000"/>
          </a:solidFill>
          <a:ln>
            <a:solidFill>
              <a:schemeClr val="tx1"/>
            </a:solidFill>
          </a:ln>
        </p:spPr>
        <p:txBody>
          <a:bodyPr wrap="square" rtlCol="0">
            <a:spAutoFit/>
          </a:bodyPr>
          <a:lstStyle/>
          <a:p>
            <a:pPr algn="ctr">
              <a:spcBef>
                <a:spcPts val="600"/>
              </a:spcBef>
            </a:pPr>
            <a:r>
              <a:rPr lang="nl-NL" sz="3200" b="1" dirty="0">
                <a:latin typeface="Times New Roman" panose="02020603050405020304" pitchFamily="18" charset="0"/>
                <a:cs typeface="Times New Roman" panose="02020603050405020304" pitchFamily="18" charset="0"/>
              </a:rPr>
              <a:t>Abstract</a:t>
            </a:r>
            <a:endParaRPr lang="en-US" sz="3200" dirty="0" err="1">
              <a:solidFill>
                <a:schemeClr val="accent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7BE751AA-9F98-48DF-A7B8-B7C254C2D6B3}"/>
                  </a:ext>
                </a:extLst>
              </p:cNvPr>
              <p:cNvSpPr txBox="1"/>
              <p:nvPr/>
            </p:nvSpPr>
            <p:spPr>
              <a:xfrm>
                <a:off x="2363715" y="16123686"/>
                <a:ext cx="12312686" cy="1947328"/>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We present modeling results for a hydroxyl exchange membrane (HEM) electrolyzer consisting of a HEM, nanostructured electrodes, porous transport layers (foam), and fluid flow channels that have been simulated in a multiphase </a:t>
                </a:r>
                <a:r>
                  <a:rPr lang="en-US" sz="2400" b="1" dirty="0">
                    <a:solidFill>
                      <a:srgbClr val="00B0F0"/>
                    </a:solidFill>
                    <a:latin typeface="Times New Roman" panose="02020603050405020304" pitchFamily="18" charset="0"/>
                    <a:cs typeface="Times New Roman" panose="02020603050405020304" pitchFamily="18" charset="0"/>
                  </a:rPr>
                  <a:t>COMSOL</a:t>
                </a:r>
                <a:r>
                  <a:rPr lang="en-US" sz="2400" b="1" dirty="0">
                    <a:latin typeface="Times New Roman" panose="02020603050405020304" pitchFamily="18" charset="0"/>
                    <a:cs typeface="Times New Roman" panose="02020603050405020304" pitchFamily="18" charset="0"/>
                  </a:rPr>
                  <a:t> model and corroborated with experimental lab results. The model considers a zero-gap HEM </a:t>
                </a:r>
                <a:r>
                  <a:rPr lang="en-US" sz="2400" b="1" dirty="0" err="1">
                    <a:latin typeface="Times New Roman" panose="02020603050405020304" pitchFamily="18" charset="0"/>
                    <a:cs typeface="Times New Roman" panose="02020603050405020304" pitchFamily="18" charset="0"/>
                  </a:rPr>
                  <a:t>electrolyzer</a:t>
                </a:r>
                <a:r>
                  <a:rPr lang="en-US" sz="2400" b="1" dirty="0">
                    <a:latin typeface="Times New Roman" panose="02020603050405020304" pitchFamily="18" charset="0"/>
                    <a:cs typeface="Times New Roman" panose="02020603050405020304" pitchFamily="18" charset="0"/>
                  </a:rPr>
                  <a:t> with</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14:m>
                  <m:oMath xmlns:m="http://schemas.openxmlformats.org/officeDocument/2006/math">
                    <m:r>
                      <a:rPr lang="en-US" sz="2400" b="1" i="0" smtClean="0">
                        <a:latin typeface="Cambria Math" panose="02040503050406030204" pitchFamily="18" charset="0"/>
                        <a:cs typeface="Times New Roman" panose="02020603050405020304" pitchFamily="18" charset="0"/>
                      </a:rPr>
                      <m:t>𝐀</m:t>
                    </m:r>
                    <m:r>
                      <a:rPr lang="en-US" sz="2400" b="1" i="0" smtClean="0">
                        <a:latin typeface="Cambria Math" panose="02040503050406030204" pitchFamily="18" charset="0"/>
                        <a:cs typeface="Times New Roman" panose="02020603050405020304" pitchFamily="18" charset="0"/>
                      </a:rPr>
                      <m:t>=</m:t>
                    </m:r>
                    <m:r>
                      <a:rPr lang="en-US" sz="2400" b="1" i="0" smtClean="0">
                        <a:latin typeface="Cambria Math" panose="02040503050406030204" pitchFamily="18" charset="0"/>
                        <a:cs typeface="Times New Roman" panose="02020603050405020304" pitchFamily="18" charset="0"/>
                      </a:rPr>
                      <m:t>𝟒</m:t>
                    </m:r>
                    <m:sSup>
                      <m:sSupPr>
                        <m:ctrlPr>
                          <a:rPr lang="en-US" sz="2400" b="1" i="1" smtClean="0">
                            <a:latin typeface="Cambria Math" panose="02040503050406030204" pitchFamily="18" charset="0"/>
                            <a:cs typeface="Times New Roman" panose="02020603050405020304" pitchFamily="18" charset="0"/>
                          </a:rPr>
                        </m:ctrlPr>
                      </m:sSupPr>
                      <m:e>
                        <m:r>
                          <a:rPr lang="en-US" sz="2400" b="1" i="0" smtClean="0">
                            <a:latin typeface="Cambria Math" panose="02040503050406030204" pitchFamily="18" charset="0"/>
                            <a:cs typeface="Times New Roman" panose="02020603050405020304" pitchFamily="18" charset="0"/>
                          </a:rPr>
                          <m:t>[</m:t>
                        </m:r>
                        <m:r>
                          <a:rPr lang="en-US" sz="2400" b="1" i="0" smtClean="0">
                            <a:latin typeface="Cambria Math" panose="02040503050406030204" pitchFamily="18" charset="0"/>
                            <a:cs typeface="Times New Roman" panose="02020603050405020304" pitchFamily="18" charset="0"/>
                          </a:rPr>
                          <m:t>𝐜𝐦</m:t>
                        </m:r>
                      </m:e>
                      <m:sup>
                        <m:r>
                          <a:rPr lang="en-US" sz="2400" b="1" i="0" smtClean="0">
                            <a:latin typeface="Cambria Math" panose="02040503050406030204" pitchFamily="18" charset="0"/>
                            <a:cs typeface="Times New Roman" panose="02020603050405020304" pitchFamily="18" charset="0"/>
                          </a:rPr>
                          <m:t>𝟐</m:t>
                        </m:r>
                      </m:sup>
                    </m:sSup>
                  </m:oMath>
                </a14:m>
                <a:r>
                  <a:rPr lang="en-US" sz="2400" b="1" dirty="0">
                    <a:latin typeface="Times New Roman" panose="02020603050405020304" pitchFamily="18" charset="0"/>
                    <a:cs typeface="Times New Roman" panose="02020603050405020304" pitchFamily="18" charset="0"/>
                  </a:rPr>
                  <a:t>] including 11 parallel flow field channels at different volume flow rates.</a:t>
                </a:r>
              </a:p>
            </p:txBody>
          </p:sp>
        </mc:Choice>
        <mc:Fallback xmlns="">
          <p:sp>
            <p:nvSpPr>
              <p:cNvPr id="61" name="TextBox 60">
                <a:extLst>
                  <a:ext uri="{FF2B5EF4-FFF2-40B4-BE49-F238E27FC236}">
                    <a16:creationId xmlns:a16="http://schemas.microsoft.com/office/drawing/2014/main" id="{7BE751AA-9F98-48DF-A7B8-B7C254C2D6B3}"/>
                  </a:ext>
                </a:extLst>
              </p:cNvPr>
              <p:cNvSpPr txBox="1">
                <a:spLocks noRot="1" noChangeAspect="1" noMove="1" noResize="1" noEditPoints="1" noAdjustHandles="1" noChangeArrowheads="1" noChangeShapeType="1" noTextEdit="1"/>
              </p:cNvSpPr>
              <p:nvPr/>
            </p:nvSpPr>
            <p:spPr>
              <a:xfrm>
                <a:off x="2363715" y="16123686"/>
                <a:ext cx="12312686" cy="1947328"/>
              </a:xfrm>
              <a:prstGeom prst="rect">
                <a:avLst/>
              </a:prstGeom>
              <a:blipFill>
                <a:blip r:embed="rId9"/>
                <a:stretch>
                  <a:fillRect l="-792" t="-2508" r="-743" b="-6583"/>
                </a:stretch>
              </a:blipFill>
            </p:spPr>
            <p:txBody>
              <a:bodyPr/>
              <a:lstStyle/>
              <a:p>
                <a:r>
                  <a:rPr lang="en-US">
                    <a:noFill/>
                  </a:rPr>
                  <a:t> </a:t>
                </a:r>
              </a:p>
            </p:txBody>
          </p:sp>
        </mc:Fallback>
      </mc:AlternateContent>
      <p:sp>
        <p:nvSpPr>
          <p:cNvPr id="68" name="TextBox 67">
            <a:extLst>
              <a:ext uri="{FF2B5EF4-FFF2-40B4-BE49-F238E27FC236}">
                <a16:creationId xmlns:a16="http://schemas.microsoft.com/office/drawing/2014/main" id="{B07C0511-6D08-4DD7-A932-22DBA4664BBC}"/>
              </a:ext>
            </a:extLst>
          </p:cNvPr>
          <p:cNvSpPr txBox="1"/>
          <p:nvPr/>
        </p:nvSpPr>
        <p:spPr>
          <a:xfrm>
            <a:off x="2342155" y="17977547"/>
            <a:ext cx="3191091" cy="230832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Equations:</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Butler-Volmer</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Nernst-Planck</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Nucleation theory</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Darcy law</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Leverett J-function</a:t>
            </a:r>
            <a:endParaRPr lang="en-US" sz="2400" dirty="0"/>
          </a:p>
        </p:txBody>
      </p:sp>
      <p:sp>
        <p:nvSpPr>
          <p:cNvPr id="70" name="TextBox 69">
            <a:extLst>
              <a:ext uri="{FF2B5EF4-FFF2-40B4-BE49-F238E27FC236}">
                <a16:creationId xmlns:a16="http://schemas.microsoft.com/office/drawing/2014/main" id="{317EE58F-A1BD-474F-9CD0-FC88B16A6FCF}"/>
              </a:ext>
            </a:extLst>
          </p:cNvPr>
          <p:cNvSpPr txBox="1"/>
          <p:nvPr/>
        </p:nvSpPr>
        <p:spPr>
          <a:xfrm>
            <a:off x="5276927" y="18057936"/>
            <a:ext cx="9337073" cy="2308324"/>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Assumptions:</a:t>
            </a:r>
          </a:p>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steady state, multi-phase, isothermal, ambient pressure</a:t>
            </a:r>
          </a:p>
          <a:p>
            <a:pPr marL="285750" indent="-285750" algn="just">
              <a:buFont typeface="Arial" panose="020B0604020202020204" pitchFamily="34" charset="0"/>
              <a:buChar char="•"/>
            </a:pPr>
            <a:r>
              <a:rPr lang="en-US" sz="2400" b="1" dirty="0">
                <a:solidFill>
                  <a:srgbClr val="000000"/>
                </a:solidFill>
                <a:latin typeface="Times New Roman" panose="02020603050405020304" pitchFamily="18" charset="0"/>
                <a:cs typeface="Times New Roman" panose="02020603050405020304" pitchFamily="18" charset="0"/>
              </a:rPr>
              <a:t>Gas crossover is ignored</a:t>
            </a:r>
          </a:p>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Bruggeman modification to estimate effective diffusion coefficient and electrical conductivity</a:t>
            </a:r>
          </a:p>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Contact resistance between current collector and PTL included</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C1F2080-C012-40D4-924D-AD3709DFA8EC}"/>
                  </a:ext>
                </a:extLst>
              </p:cNvPr>
              <p:cNvSpPr txBox="1"/>
              <p:nvPr/>
            </p:nvSpPr>
            <p:spPr>
              <a:xfrm>
                <a:off x="2181109" y="20976136"/>
                <a:ext cx="12495291" cy="3046988"/>
              </a:xfrm>
              <a:prstGeom prst="rect">
                <a:avLst/>
              </a:prstGeom>
              <a:noFill/>
            </p:spPr>
            <p:txBody>
              <a:bodyPr wrap="square">
                <a:spAutoFit/>
              </a:bodyPr>
              <a:lstStyle/>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Effect of bubbles on the active areas of porous electrodes and the effective electrolyte conductivity are studied </a:t>
                </a:r>
              </a:p>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results show a high capillary pressure inside the nanomesh (NM) electrodes along the channel, which acts as the main mechanism to remove gas from the electrodes</a:t>
                </a:r>
              </a:p>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Due to very high active area of the NM domain and its high capillary pressure, the gas bubble effects remain low under operating conditions (1 [M] KOH solution, P=1 [Bar] and T=70 [</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b="1"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p:txBody>
          </p:sp>
        </mc:Choice>
        <mc:Fallback xmlns="">
          <p:sp>
            <p:nvSpPr>
              <p:cNvPr id="71" name="TextBox 70">
                <a:extLst>
                  <a:ext uri="{FF2B5EF4-FFF2-40B4-BE49-F238E27FC236}">
                    <a16:creationId xmlns:a16="http://schemas.microsoft.com/office/drawing/2014/main" id="{9C1F2080-C012-40D4-924D-AD3709DFA8EC}"/>
                  </a:ext>
                </a:extLst>
              </p:cNvPr>
              <p:cNvSpPr txBox="1">
                <a:spLocks noRot="1" noChangeAspect="1" noMove="1" noResize="1" noEditPoints="1" noAdjustHandles="1" noChangeArrowheads="1" noChangeShapeType="1" noTextEdit="1"/>
              </p:cNvSpPr>
              <p:nvPr/>
            </p:nvSpPr>
            <p:spPr>
              <a:xfrm>
                <a:off x="2181109" y="20976136"/>
                <a:ext cx="12495291" cy="3046988"/>
              </a:xfrm>
              <a:prstGeom prst="rect">
                <a:avLst/>
              </a:prstGeom>
              <a:blipFill>
                <a:blip r:embed="rId11"/>
                <a:stretch>
                  <a:fillRect l="-683" t="-1600" r="-732"/>
                </a:stretch>
              </a:blipFill>
            </p:spPr>
            <p:txBody>
              <a:bodyPr/>
              <a:lstStyle/>
              <a:p>
                <a:r>
                  <a:rPr lang="en-US">
                    <a:noFill/>
                  </a:rPr>
                  <a:t> </a:t>
                </a:r>
              </a:p>
            </p:txBody>
          </p:sp>
        </mc:Fallback>
      </mc:AlternateContent>
      <p:sp>
        <p:nvSpPr>
          <p:cNvPr id="72" name="TextBox 71">
            <a:extLst>
              <a:ext uri="{FF2B5EF4-FFF2-40B4-BE49-F238E27FC236}">
                <a16:creationId xmlns:a16="http://schemas.microsoft.com/office/drawing/2014/main" id="{F8FE0542-2725-4C08-862D-6F562C03F56F}"/>
              </a:ext>
            </a:extLst>
          </p:cNvPr>
          <p:cNvSpPr txBox="1"/>
          <p:nvPr/>
        </p:nvSpPr>
        <p:spPr>
          <a:xfrm>
            <a:off x="2367434" y="20342721"/>
            <a:ext cx="2088233" cy="584775"/>
          </a:xfrm>
          <a:prstGeom prst="rect">
            <a:avLst/>
          </a:prstGeom>
          <a:solidFill>
            <a:srgbClr val="FFC000"/>
          </a:solidFill>
          <a:ln>
            <a:solidFill>
              <a:schemeClr val="tx1"/>
            </a:solidFill>
          </a:ln>
        </p:spPr>
        <p:txBody>
          <a:bodyPr wrap="square" rtlCol="0">
            <a:spAutoFit/>
          </a:bodyPr>
          <a:lstStyle/>
          <a:p>
            <a:pPr algn="ctr">
              <a:spcBef>
                <a:spcPts val="600"/>
              </a:spcBef>
            </a:pPr>
            <a:r>
              <a:rPr lang="nl-NL" sz="3200" b="1" dirty="0">
                <a:latin typeface="Times New Roman" panose="02020603050405020304" pitchFamily="18" charset="0"/>
                <a:cs typeface="Times New Roman" panose="02020603050405020304" pitchFamily="18" charset="0"/>
              </a:rPr>
              <a:t>Highlight</a:t>
            </a:r>
            <a:endParaRPr lang="en-US" sz="3200" dirty="0" err="1">
              <a:solidFill>
                <a:schemeClr val="accent1"/>
              </a:solidFill>
            </a:endParaRPr>
          </a:p>
        </p:txBody>
      </p:sp>
      <p:sp>
        <p:nvSpPr>
          <p:cNvPr id="73" name="TextBox 72">
            <a:extLst>
              <a:ext uri="{FF2B5EF4-FFF2-40B4-BE49-F238E27FC236}">
                <a16:creationId xmlns:a16="http://schemas.microsoft.com/office/drawing/2014/main" id="{B6AC9990-C08B-4D82-BF27-EBF8356998FD}"/>
              </a:ext>
            </a:extLst>
          </p:cNvPr>
          <p:cNvSpPr txBox="1"/>
          <p:nvPr/>
        </p:nvSpPr>
        <p:spPr>
          <a:xfrm>
            <a:off x="2346402" y="23727097"/>
            <a:ext cx="2088233" cy="584775"/>
          </a:xfrm>
          <a:prstGeom prst="rect">
            <a:avLst/>
          </a:prstGeom>
          <a:solidFill>
            <a:srgbClr val="FFC000"/>
          </a:solidFill>
          <a:ln>
            <a:solidFill>
              <a:schemeClr val="tx1"/>
            </a:solidFill>
          </a:ln>
        </p:spPr>
        <p:txBody>
          <a:bodyPr wrap="square" rtlCol="0">
            <a:spAutoFit/>
          </a:bodyPr>
          <a:lstStyle/>
          <a:p>
            <a:pPr algn="ctr">
              <a:spcBef>
                <a:spcPts val="600"/>
              </a:spcBef>
            </a:pPr>
            <a:r>
              <a:rPr lang="nl-NL" sz="3200" b="1" dirty="0">
                <a:latin typeface="Times New Roman" panose="02020603050405020304" pitchFamily="18" charset="0"/>
                <a:cs typeface="Times New Roman" panose="02020603050405020304" pitchFamily="18" charset="0"/>
              </a:rPr>
              <a:t>Approach</a:t>
            </a:r>
            <a:endParaRPr lang="en-US" sz="3200" dirty="0" err="1">
              <a:solidFill>
                <a:schemeClr val="accent1"/>
              </a:solidFill>
            </a:endParaRPr>
          </a:p>
        </p:txBody>
      </p:sp>
      <p:sp>
        <p:nvSpPr>
          <p:cNvPr id="130" name="TextBox 129">
            <a:extLst>
              <a:ext uri="{FF2B5EF4-FFF2-40B4-BE49-F238E27FC236}">
                <a16:creationId xmlns:a16="http://schemas.microsoft.com/office/drawing/2014/main" id="{3E67F754-594B-483A-90B6-636E7ADCA352}"/>
              </a:ext>
            </a:extLst>
          </p:cNvPr>
          <p:cNvSpPr txBox="1"/>
          <p:nvPr/>
        </p:nvSpPr>
        <p:spPr>
          <a:xfrm>
            <a:off x="2880607" y="41225041"/>
            <a:ext cx="116683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The effect of velocity magnitude on H</a:t>
            </a:r>
            <a:r>
              <a:rPr lang="en-US" sz="2400" b="1" baseline="-25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and O</a:t>
            </a:r>
            <a:r>
              <a:rPr lang="en-US" sz="2400" b="1" baseline="-25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gas removal for a cell voltage of 2.2 [V] </a:t>
            </a:r>
            <a:endParaRPr lang="en-US" sz="2400" dirty="0"/>
          </a:p>
        </p:txBody>
      </p:sp>
      <p:sp>
        <p:nvSpPr>
          <p:cNvPr id="132" name="TextBox 131">
            <a:extLst>
              <a:ext uri="{FF2B5EF4-FFF2-40B4-BE49-F238E27FC236}">
                <a16:creationId xmlns:a16="http://schemas.microsoft.com/office/drawing/2014/main" id="{28601E08-D323-49C7-9DCA-8EB96D03EE56}"/>
              </a:ext>
            </a:extLst>
          </p:cNvPr>
          <p:cNvSpPr txBox="1"/>
          <p:nvPr/>
        </p:nvSpPr>
        <p:spPr>
          <a:xfrm>
            <a:off x="21482560" y="9667526"/>
            <a:ext cx="5928534" cy="1569660"/>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The mixture density of flow decreases from channel's inlet to outlet due to the increasing gas volume fraction because of natural convection velocity.</a:t>
            </a:r>
            <a:endParaRPr lang="en-US" sz="2400" dirty="0"/>
          </a:p>
        </p:txBody>
      </p:sp>
      <p:sp>
        <p:nvSpPr>
          <p:cNvPr id="135" name="TextBox 134">
            <a:extLst>
              <a:ext uri="{FF2B5EF4-FFF2-40B4-BE49-F238E27FC236}">
                <a16:creationId xmlns:a16="http://schemas.microsoft.com/office/drawing/2014/main" id="{465774DE-694F-40E9-AC0B-BA74DC31F5E3}"/>
              </a:ext>
            </a:extLst>
          </p:cNvPr>
          <p:cNvSpPr txBox="1"/>
          <p:nvPr/>
        </p:nvSpPr>
        <p:spPr>
          <a:xfrm>
            <a:off x="15205371" y="9667801"/>
            <a:ext cx="6062065" cy="2677656"/>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Convection velocity in porous domains is low, so the buoyancy drive force in the opposite direction of gravity is favorable, the H</a:t>
            </a:r>
            <a:r>
              <a:rPr lang="en-US" sz="2400" b="1" baseline="-25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gas volume fraction is slightly increased along the channel. Increasing the flow rate at the channel's inlet improved gas removal from porous zones.</a:t>
            </a:r>
            <a:endParaRPr lang="en-US" sz="2400" dirty="0"/>
          </a:p>
        </p:txBody>
      </p:sp>
      <p:sp>
        <p:nvSpPr>
          <p:cNvPr id="136" name="TextBox 135">
            <a:extLst>
              <a:ext uri="{FF2B5EF4-FFF2-40B4-BE49-F238E27FC236}">
                <a16:creationId xmlns:a16="http://schemas.microsoft.com/office/drawing/2014/main" id="{1B5B1DE2-9C3D-4A03-9329-C6F2F9DC2490}"/>
              </a:ext>
            </a:extLst>
          </p:cNvPr>
          <p:cNvSpPr txBox="1"/>
          <p:nvPr/>
        </p:nvSpPr>
        <p:spPr>
          <a:xfrm>
            <a:off x="16019482" y="37984681"/>
            <a:ext cx="2266510" cy="584775"/>
          </a:xfrm>
          <a:prstGeom prst="rect">
            <a:avLst/>
          </a:prstGeom>
          <a:solidFill>
            <a:srgbClr val="FFC000"/>
          </a:solidFill>
          <a:ln>
            <a:solidFill>
              <a:schemeClr val="tx1"/>
            </a:solidFill>
          </a:ln>
        </p:spPr>
        <p:txBody>
          <a:bodyPr wrap="square" rtlCol="0">
            <a:spAutoFit/>
          </a:bodyPr>
          <a:lstStyle/>
          <a:p>
            <a:pPr algn="ctr">
              <a:spcBef>
                <a:spcPts val="600"/>
              </a:spcBef>
            </a:pPr>
            <a:r>
              <a:rPr lang="nl-NL" sz="3200" b="1" dirty="0">
                <a:latin typeface="Times New Roman" panose="02020603050405020304" pitchFamily="18" charset="0"/>
                <a:cs typeface="Times New Roman" panose="02020603050405020304" pitchFamily="18" charset="0"/>
              </a:rPr>
              <a:t>Conclusion</a:t>
            </a:r>
            <a:endParaRPr lang="en-US" sz="3200" dirty="0" err="1">
              <a:solidFill>
                <a:schemeClr val="accent1"/>
              </a:solidFill>
            </a:endParaRPr>
          </a:p>
        </p:txBody>
      </p:sp>
      <p:sp>
        <p:nvSpPr>
          <p:cNvPr id="69" name="TextBox 68">
            <a:extLst>
              <a:ext uri="{FF2B5EF4-FFF2-40B4-BE49-F238E27FC236}">
                <a16:creationId xmlns:a16="http://schemas.microsoft.com/office/drawing/2014/main" id="{A706BA28-CA16-4507-AA80-B56B1808764E}"/>
              </a:ext>
            </a:extLst>
          </p:cNvPr>
          <p:cNvSpPr txBox="1"/>
          <p:nvPr/>
        </p:nvSpPr>
        <p:spPr>
          <a:xfrm>
            <a:off x="16059887" y="40504961"/>
            <a:ext cx="2266510" cy="584775"/>
          </a:xfrm>
          <a:prstGeom prst="rect">
            <a:avLst/>
          </a:prstGeom>
          <a:solidFill>
            <a:srgbClr val="FFC000"/>
          </a:solidFill>
          <a:ln>
            <a:solidFill>
              <a:schemeClr val="tx1"/>
            </a:solidFill>
          </a:ln>
        </p:spPr>
        <p:txBody>
          <a:bodyPr wrap="square" rtlCol="0">
            <a:spAutoFit/>
          </a:bodyPr>
          <a:lstStyle/>
          <a:p>
            <a:pPr algn="ctr">
              <a:spcBef>
                <a:spcPts val="600"/>
              </a:spcBef>
            </a:pPr>
            <a:r>
              <a:rPr lang="nl-NL" sz="3200" b="1" dirty="0">
                <a:latin typeface="Times New Roman" panose="02020603050405020304" pitchFamily="18" charset="0"/>
                <a:cs typeface="Times New Roman" panose="02020603050405020304" pitchFamily="18" charset="0"/>
              </a:rPr>
              <a:t>References</a:t>
            </a:r>
            <a:endParaRPr lang="en-US" sz="3200" dirty="0" err="1">
              <a:solidFill>
                <a:schemeClr val="accent1"/>
              </a:solidFill>
            </a:endParaRP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CC18C7F6-E187-4DC6-B5B0-07BE495663A6}"/>
                  </a:ext>
                </a:extLst>
              </p:cNvPr>
              <p:cNvSpPr txBox="1"/>
              <p:nvPr/>
            </p:nvSpPr>
            <p:spPr>
              <a:xfrm>
                <a:off x="15944331" y="37120585"/>
                <a:ext cx="11600311" cy="830997"/>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The polarization curves for a 4 [</a:t>
                </a:r>
                <a14:m>
                  <m:oMath xmlns:m="http://schemas.openxmlformats.org/officeDocument/2006/math">
                    <m:r>
                      <a:rPr lang="en-US" sz="2400" b="1" i="0">
                        <a:latin typeface="Cambria Math" panose="02040503050406030204" pitchFamily="18" charset="0"/>
                        <a:cs typeface="Times New Roman" panose="02020603050405020304" pitchFamily="18" charset="0"/>
                      </a:rPr>
                      <m:t>𝛍</m:t>
                    </m:r>
                    <m:r>
                      <a:rPr lang="en-US" sz="2400" b="1" i="0">
                        <a:latin typeface="Cambria Math" panose="02040503050406030204" pitchFamily="18" charset="0"/>
                        <a:cs typeface="Times New Roman" panose="02020603050405020304" pitchFamily="18" charset="0"/>
                      </a:rPr>
                      <m:t>𝐦</m:t>
                    </m:r>
                    <m:r>
                      <a:rPr lang="en-US" sz="2400" b="1">
                        <a:latin typeface="Cambria Math" panose="02040503050406030204" pitchFamily="18" charset="0"/>
                        <a:cs typeface="Times New Roman" panose="02020603050405020304" pitchFamily="18" charset="0"/>
                      </a:rPr>
                      <m:t>]</m:t>
                    </m:r>
                  </m:oMath>
                </a14:m>
                <a:r>
                  <a:rPr lang="en-US" sz="2400" b="1" dirty="0">
                    <a:latin typeface="Times New Roman" panose="02020603050405020304" pitchFamily="18" charset="0"/>
                    <a:cs typeface="Times New Roman" panose="02020603050405020304" pitchFamily="18" charset="0"/>
                  </a:rPr>
                  <a:t> NM electrode and Nickel foam at a 325 [ml/min] volume flow rate are compared with the results from Experiments. </a:t>
                </a:r>
              </a:p>
            </p:txBody>
          </p:sp>
        </mc:Choice>
        <mc:Fallback xmlns="">
          <p:sp>
            <p:nvSpPr>
              <p:cNvPr id="77" name="TextBox 76">
                <a:extLst>
                  <a:ext uri="{FF2B5EF4-FFF2-40B4-BE49-F238E27FC236}">
                    <a16:creationId xmlns:a16="http://schemas.microsoft.com/office/drawing/2014/main" id="{CC18C7F6-E187-4DC6-B5B0-07BE495663A6}"/>
                  </a:ext>
                </a:extLst>
              </p:cNvPr>
              <p:cNvSpPr txBox="1">
                <a:spLocks noRot="1" noChangeAspect="1" noMove="1" noResize="1" noEditPoints="1" noAdjustHandles="1" noChangeArrowheads="1" noChangeShapeType="1" noTextEdit="1"/>
              </p:cNvSpPr>
              <p:nvPr/>
            </p:nvSpPr>
            <p:spPr>
              <a:xfrm>
                <a:off x="15944331" y="37120585"/>
                <a:ext cx="11600311" cy="830997"/>
              </a:xfrm>
              <a:prstGeom prst="rect">
                <a:avLst/>
              </a:prstGeom>
              <a:blipFill>
                <a:blip r:embed="rId19"/>
                <a:stretch>
                  <a:fillRect l="-841" t="-5839" r="-841" b="-15328"/>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E79B8F29-3588-4453-899C-DEC8961331A8}"/>
              </a:ext>
            </a:extLst>
          </p:cNvPr>
          <p:cNvSpPr txBox="1"/>
          <p:nvPr/>
        </p:nvSpPr>
        <p:spPr>
          <a:xfrm>
            <a:off x="1547160" y="34491275"/>
            <a:ext cx="2088233" cy="584775"/>
          </a:xfrm>
          <a:prstGeom prst="rect">
            <a:avLst/>
          </a:prstGeom>
          <a:solidFill>
            <a:srgbClr val="FFC000"/>
          </a:solidFill>
          <a:ln>
            <a:solidFill>
              <a:schemeClr val="tx1"/>
            </a:solidFill>
          </a:ln>
        </p:spPr>
        <p:txBody>
          <a:bodyPr wrap="square" rtlCol="0">
            <a:spAutoFit/>
          </a:bodyPr>
          <a:lstStyle/>
          <a:p>
            <a:pPr algn="ctr">
              <a:spcBef>
                <a:spcPts val="600"/>
              </a:spcBef>
            </a:pPr>
            <a:r>
              <a:rPr lang="nl-NL" sz="3200" b="1" dirty="0">
                <a:latin typeface="Times New Roman" panose="02020603050405020304" pitchFamily="18" charset="0"/>
                <a:cs typeface="Times New Roman" panose="02020603050405020304" pitchFamily="18" charset="0"/>
              </a:rPr>
              <a:t>Results</a:t>
            </a:r>
            <a:endParaRPr lang="en-US" sz="3200" dirty="0" err="1">
              <a:solidFill>
                <a:schemeClr val="accent1"/>
              </a:solidFill>
            </a:endParaRPr>
          </a:p>
        </p:txBody>
      </p:sp>
      <p:sp>
        <p:nvSpPr>
          <p:cNvPr id="137" name="Content Placeholder 2">
            <a:extLst>
              <a:ext uri="{FF2B5EF4-FFF2-40B4-BE49-F238E27FC236}">
                <a16:creationId xmlns:a16="http://schemas.microsoft.com/office/drawing/2014/main" id="{650C9CCD-44CA-4823-813E-A15D1A32E069}"/>
              </a:ext>
            </a:extLst>
          </p:cNvPr>
          <p:cNvSpPr txBox="1">
            <a:spLocks/>
          </p:cNvSpPr>
          <p:nvPr/>
        </p:nvSpPr>
        <p:spPr>
          <a:xfrm>
            <a:off x="18600511" y="26607417"/>
            <a:ext cx="8634359" cy="295066"/>
          </a:xfrm>
          <a:prstGeom prst="rect">
            <a:avLst/>
          </a:prstGeom>
        </p:spPr>
        <p:txBody>
          <a:bodyPr anchor="t" anchorCtr="0">
            <a:normAutofit fontScale="25000" lnSpcReduction="20000"/>
          </a:bodyPr>
          <a:lst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a:ea typeface="+mn-ea"/>
                <a:cs typeface="Gill Sans MT"/>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a:ea typeface="+mn-ea"/>
                <a:cs typeface="Gill Sans MT"/>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a:ea typeface="+mn-ea"/>
                <a:cs typeface="Gill Sans MT"/>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a:ea typeface="+mn-ea"/>
                <a:cs typeface="Gill Sans MT"/>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a:ea typeface="+mn-ea"/>
                <a:cs typeface="Gill Sans MT"/>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8000" b="1" dirty="0">
                <a:solidFill>
                  <a:schemeClr val="tx1"/>
                </a:solidFill>
                <a:latin typeface="Times New Roman" panose="02020603050405020304" pitchFamily="18" charset="0"/>
                <a:cs typeface="Times New Roman" panose="02020603050405020304" pitchFamily="18" charset="0"/>
              </a:rPr>
              <a:t>Electrolyte potential, 1[M] KOH, P=1 [Bar] and T =343.15 [K]</a:t>
            </a:r>
          </a:p>
          <a:p>
            <a:pPr marL="0" indent="0">
              <a:buFont typeface="Wingdings" charset="2"/>
              <a:buNone/>
            </a:pPr>
            <a:endParaRPr lang="en-US" sz="1600" dirty="0"/>
          </a:p>
        </p:txBody>
      </p:sp>
      <p:sp>
        <p:nvSpPr>
          <p:cNvPr id="139" name="Content Placeholder 2">
            <a:extLst>
              <a:ext uri="{FF2B5EF4-FFF2-40B4-BE49-F238E27FC236}">
                <a16:creationId xmlns:a16="http://schemas.microsoft.com/office/drawing/2014/main" id="{B86E0EE9-B69E-460E-80B1-0DDFB4C4ACF0}"/>
              </a:ext>
            </a:extLst>
          </p:cNvPr>
          <p:cNvSpPr txBox="1">
            <a:spLocks/>
          </p:cNvSpPr>
          <p:nvPr/>
        </p:nvSpPr>
        <p:spPr>
          <a:xfrm>
            <a:off x="19032379" y="32296049"/>
            <a:ext cx="7033344" cy="290415"/>
          </a:xfrm>
          <a:prstGeom prst="rect">
            <a:avLst/>
          </a:prstGeom>
        </p:spPr>
        <p:txBody>
          <a:bodyPr anchor="t" anchorCtr="0">
            <a:noAutofit/>
          </a:bodyPr>
          <a:lst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a:ea typeface="+mn-ea"/>
                <a:cs typeface="Gill Sans MT"/>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a:ea typeface="+mn-ea"/>
                <a:cs typeface="Gill Sans MT"/>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a:ea typeface="+mn-ea"/>
                <a:cs typeface="Gill Sans MT"/>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a:ea typeface="+mn-ea"/>
                <a:cs typeface="Gill Sans MT"/>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a:ea typeface="+mn-ea"/>
                <a:cs typeface="Gill Sans MT"/>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2000" b="1" dirty="0">
                <a:solidFill>
                  <a:schemeClr val="tx1"/>
                </a:solidFill>
                <a:latin typeface="Times New Roman" panose="02020603050405020304" pitchFamily="18" charset="0"/>
                <a:cs typeface="Times New Roman" panose="02020603050405020304" pitchFamily="18" charset="0"/>
              </a:rPr>
              <a:t>OH- concentration,1[M] KOH, P=1 [Bar] and T =343.15 [K]</a:t>
            </a:r>
          </a:p>
          <a:p>
            <a:pPr marL="0" indent="0">
              <a:buFont typeface="Wingdings" charset="2"/>
              <a:buNone/>
            </a:pPr>
            <a:endParaRPr lang="en-US" sz="2000" dirty="0"/>
          </a:p>
        </p:txBody>
      </p:sp>
      <p:grpSp>
        <p:nvGrpSpPr>
          <p:cNvPr id="15" name="Group 14">
            <a:extLst>
              <a:ext uri="{FF2B5EF4-FFF2-40B4-BE49-F238E27FC236}">
                <a16:creationId xmlns:a16="http://schemas.microsoft.com/office/drawing/2014/main" id="{959A6CA2-E7C9-442F-A55B-A146087F0F75}"/>
              </a:ext>
            </a:extLst>
          </p:cNvPr>
          <p:cNvGrpSpPr/>
          <p:nvPr/>
        </p:nvGrpSpPr>
        <p:grpSpPr>
          <a:xfrm>
            <a:off x="21327693" y="12205817"/>
            <a:ext cx="6230129" cy="4611283"/>
            <a:chOff x="21327693" y="12205817"/>
            <a:chExt cx="6230129" cy="4611283"/>
          </a:xfrm>
        </p:grpSpPr>
        <p:pic>
          <p:nvPicPr>
            <p:cNvPr id="50" name="Picture 49" descr="Diagram&#10;&#10;Description automatically generated">
              <a:extLst>
                <a:ext uri="{FF2B5EF4-FFF2-40B4-BE49-F238E27FC236}">
                  <a16:creationId xmlns:a16="http://schemas.microsoft.com/office/drawing/2014/main" id="{A593C4DA-B3F0-49B7-9C29-D9A164FC8468}"/>
                </a:ext>
              </a:extLst>
            </p:cNvPr>
            <p:cNvPicPr>
              <a:picLocks noChangeAspect="1"/>
            </p:cNvPicPr>
            <p:nvPr/>
          </p:nvPicPr>
          <p:blipFill rotWithShape="1">
            <a:blip r:embed="rId20" cstate="email">
              <a:extLst>
                <a:ext uri="{28A0092B-C50C-407E-A947-70E740481C1C}">
                  <a14:useLocalDpi xmlns:a14="http://schemas.microsoft.com/office/drawing/2010/main"/>
                </a:ext>
              </a:extLst>
            </a:blip>
            <a:srcRect/>
            <a:stretch/>
          </p:blipFill>
          <p:spPr>
            <a:xfrm>
              <a:off x="21327693" y="12205817"/>
              <a:ext cx="6230129" cy="4611283"/>
            </a:xfrm>
            <a:prstGeom prst="rect">
              <a:avLst/>
            </a:prstGeom>
          </p:spPr>
        </p:pic>
        <p:pic>
          <p:nvPicPr>
            <p:cNvPr id="141" name="Picture 140">
              <a:extLst>
                <a:ext uri="{FF2B5EF4-FFF2-40B4-BE49-F238E27FC236}">
                  <a16:creationId xmlns:a16="http://schemas.microsoft.com/office/drawing/2014/main" id="{549F16AD-7181-4708-9460-CD1D3ABD2B27}"/>
                </a:ext>
              </a:extLst>
            </p:cNvPr>
            <p:cNvPicPr>
              <a:picLocks noChangeAspect="1"/>
            </p:cNvPicPr>
            <p:nvPr/>
          </p:nvPicPr>
          <p:blipFill rotWithShape="1">
            <a:blip r:embed="rId21" cstate="email">
              <a:extLst>
                <a:ext uri="{28A0092B-C50C-407E-A947-70E740481C1C}">
                  <a14:useLocalDpi xmlns:a14="http://schemas.microsoft.com/office/drawing/2010/main"/>
                </a:ext>
              </a:extLst>
            </a:blip>
            <a:srcRect/>
            <a:stretch/>
          </p:blipFill>
          <p:spPr>
            <a:xfrm>
              <a:off x="25903492" y="12601454"/>
              <a:ext cx="935686" cy="902792"/>
            </a:xfrm>
            <a:prstGeom prst="rect">
              <a:avLst/>
            </a:prstGeom>
          </p:spPr>
        </p:pic>
      </p:grpSp>
      <p:grpSp>
        <p:nvGrpSpPr>
          <p:cNvPr id="14" name="Group 13">
            <a:extLst>
              <a:ext uri="{FF2B5EF4-FFF2-40B4-BE49-F238E27FC236}">
                <a16:creationId xmlns:a16="http://schemas.microsoft.com/office/drawing/2014/main" id="{C4689834-F797-403A-B019-1650AD26D453}"/>
              </a:ext>
            </a:extLst>
          </p:cNvPr>
          <p:cNvGrpSpPr/>
          <p:nvPr/>
        </p:nvGrpSpPr>
        <p:grpSpPr>
          <a:xfrm>
            <a:off x="15244291" y="12286821"/>
            <a:ext cx="6083402" cy="4521942"/>
            <a:chOff x="15244291" y="12286821"/>
            <a:chExt cx="6083402" cy="4521942"/>
          </a:xfrm>
        </p:grpSpPr>
        <p:pic>
          <p:nvPicPr>
            <p:cNvPr id="52" name="Picture 51" descr="A picture containing diagram&#10;&#10;Description automatically generated">
              <a:extLst>
                <a:ext uri="{FF2B5EF4-FFF2-40B4-BE49-F238E27FC236}">
                  <a16:creationId xmlns:a16="http://schemas.microsoft.com/office/drawing/2014/main" id="{2775E132-EE25-4D3D-B59B-2A85961F377C}"/>
                </a:ext>
              </a:extLst>
            </p:cNvPr>
            <p:cNvPicPr>
              <a:picLocks noChangeAspect="1"/>
            </p:cNvPicPr>
            <p:nvPr/>
          </p:nvPicPr>
          <p:blipFill rotWithShape="1">
            <a:blip r:embed="rId22" cstate="email">
              <a:extLst>
                <a:ext uri="{28A0092B-C50C-407E-A947-70E740481C1C}">
                  <a14:useLocalDpi xmlns:a14="http://schemas.microsoft.com/office/drawing/2010/main"/>
                </a:ext>
              </a:extLst>
            </a:blip>
            <a:srcRect/>
            <a:stretch/>
          </p:blipFill>
          <p:spPr>
            <a:xfrm>
              <a:off x="15244291" y="12286821"/>
              <a:ext cx="6083402" cy="4521942"/>
            </a:xfrm>
            <a:prstGeom prst="rect">
              <a:avLst/>
            </a:prstGeom>
          </p:spPr>
        </p:pic>
        <p:pic>
          <p:nvPicPr>
            <p:cNvPr id="142" name="Picture 141">
              <a:extLst>
                <a:ext uri="{FF2B5EF4-FFF2-40B4-BE49-F238E27FC236}">
                  <a16:creationId xmlns:a16="http://schemas.microsoft.com/office/drawing/2014/main" id="{C3801290-7295-4D3D-98BC-BD74F7C3AFE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9906315" y="12410499"/>
              <a:ext cx="1009533" cy="989028"/>
            </a:xfrm>
            <a:prstGeom prst="rect">
              <a:avLst/>
            </a:prstGeom>
          </p:spPr>
        </p:pic>
      </p:grpSp>
      <p:pic>
        <p:nvPicPr>
          <p:cNvPr id="81" name="Picture 80" descr="Chart&#10;&#10;Description automatically generated">
            <a:extLst>
              <a:ext uri="{FF2B5EF4-FFF2-40B4-BE49-F238E27FC236}">
                <a16:creationId xmlns:a16="http://schemas.microsoft.com/office/drawing/2014/main" id="{A9BC91D6-BC02-4A88-B8DC-6C2BCBF84090}"/>
              </a:ext>
            </a:extLst>
          </p:cNvPr>
          <p:cNvPicPr>
            <a:picLocks noChangeAspect="1"/>
          </p:cNvPicPr>
          <p:nvPr/>
        </p:nvPicPr>
        <p:blipFill rotWithShape="1">
          <a:blip r:embed="rId24" cstate="email">
            <a:extLst>
              <a:ext uri="{28A0092B-C50C-407E-A947-70E740481C1C}">
                <a14:useLocalDpi xmlns:a14="http://schemas.microsoft.com/office/drawing/2010/main"/>
              </a:ext>
            </a:extLst>
          </a:blip>
          <a:srcRect/>
          <a:stretch/>
        </p:blipFill>
        <p:spPr>
          <a:xfrm>
            <a:off x="15299727" y="32584081"/>
            <a:ext cx="6531826" cy="4592802"/>
          </a:xfrm>
          <a:prstGeom prst="rect">
            <a:avLst/>
          </a:prstGeom>
        </p:spPr>
      </p:pic>
      <p:grpSp>
        <p:nvGrpSpPr>
          <p:cNvPr id="40" name="Group 39">
            <a:extLst>
              <a:ext uri="{FF2B5EF4-FFF2-40B4-BE49-F238E27FC236}">
                <a16:creationId xmlns:a16="http://schemas.microsoft.com/office/drawing/2014/main" id="{E58262D9-DCAF-4357-BA69-41748D67FE9C}"/>
              </a:ext>
            </a:extLst>
          </p:cNvPr>
          <p:cNvGrpSpPr/>
          <p:nvPr/>
        </p:nvGrpSpPr>
        <p:grpSpPr>
          <a:xfrm>
            <a:off x="2319279" y="5262763"/>
            <a:ext cx="12539857" cy="9888082"/>
            <a:chOff x="2346403" y="5386436"/>
            <a:chExt cx="12387735" cy="10201370"/>
          </a:xfrm>
        </p:grpSpPr>
        <p:pic>
          <p:nvPicPr>
            <p:cNvPr id="6" name="Picture 5" descr="Diagram, engineering drawing&#10;&#10;Description automatically generated">
              <a:extLst>
                <a:ext uri="{FF2B5EF4-FFF2-40B4-BE49-F238E27FC236}">
                  <a16:creationId xmlns:a16="http://schemas.microsoft.com/office/drawing/2014/main" id="{5A1D177B-8E4A-4AB9-A4E2-AC26AA1D4AB7}"/>
                </a:ext>
              </a:extLst>
            </p:cNvPr>
            <p:cNvPicPr>
              <a:picLocks noChangeAspect="1"/>
            </p:cNvPicPr>
            <p:nvPr/>
          </p:nvPicPr>
          <p:blipFill rotWithShape="1">
            <a:blip r:embed="rId25" cstate="email">
              <a:extLst>
                <a:ext uri="{28A0092B-C50C-407E-A947-70E740481C1C}">
                  <a14:useLocalDpi xmlns:a14="http://schemas.microsoft.com/office/drawing/2010/main"/>
                </a:ext>
              </a:extLst>
            </a:blip>
            <a:srcRect/>
            <a:stretch/>
          </p:blipFill>
          <p:spPr>
            <a:xfrm>
              <a:off x="2346403" y="5451468"/>
              <a:ext cx="12284844" cy="10136338"/>
            </a:xfrm>
            <a:prstGeom prst="rect">
              <a:avLst/>
            </a:prstGeom>
          </p:spPr>
        </p:pic>
        <p:cxnSp>
          <p:nvCxnSpPr>
            <p:cNvPr id="3" name="Straight Connector 2">
              <a:extLst>
                <a:ext uri="{FF2B5EF4-FFF2-40B4-BE49-F238E27FC236}">
                  <a16:creationId xmlns:a16="http://schemas.microsoft.com/office/drawing/2014/main" id="{97FADBCC-78B8-4392-98E3-C27B11076C38}"/>
                </a:ext>
              </a:extLst>
            </p:cNvPr>
            <p:cNvCxnSpPr>
              <a:cxnSpLocks/>
            </p:cNvCxnSpPr>
            <p:nvPr/>
          </p:nvCxnSpPr>
          <p:spPr>
            <a:xfrm flipH="1">
              <a:off x="14712740" y="5403290"/>
              <a:ext cx="21398" cy="608244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F6B3F38-478B-4152-990F-671A5FCEE6A3}"/>
                </a:ext>
              </a:extLst>
            </p:cNvPr>
            <p:cNvCxnSpPr>
              <a:cxnSpLocks/>
            </p:cNvCxnSpPr>
            <p:nvPr/>
          </p:nvCxnSpPr>
          <p:spPr>
            <a:xfrm flipH="1">
              <a:off x="8694303" y="5386436"/>
              <a:ext cx="6018437" cy="6503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2ADE1F9-3B3E-4B52-ABFB-C9C8865B0B75}"/>
                </a:ext>
              </a:extLst>
            </p:cNvPr>
            <p:cNvCxnSpPr>
              <a:cxnSpLocks/>
            </p:cNvCxnSpPr>
            <p:nvPr/>
          </p:nvCxnSpPr>
          <p:spPr>
            <a:xfrm>
              <a:off x="8694303" y="5438810"/>
              <a:ext cx="55030" cy="606542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8464FFF-C945-4EFB-A504-BE0EE1EF888F}"/>
                </a:ext>
              </a:extLst>
            </p:cNvPr>
            <p:cNvCxnSpPr>
              <a:cxnSpLocks/>
            </p:cNvCxnSpPr>
            <p:nvPr/>
          </p:nvCxnSpPr>
          <p:spPr>
            <a:xfrm>
              <a:off x="12593528" y="11485737"/>
              <a:ext cx="2082873"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2ADDAF22-0A8C-4D92-B149-3F8C579DC7B4}"/>
                </a:ext>
              </a:extLst>
            </p:cNvPr>
            <p:cNvCxnSpPr>
              <a:cxnSpLocks/>
            </p:cNvCxnSpPr>
            <p:nvPr/>
          </p:nvCxnSpPr>
          <p:spPr>
            <a:xfrm flipV="1">
              <a:off x="8749333" y="11467237"/>
              <a:ext cx="1872208" cy="185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C0C61DEA-D255-43D4-8CF4-2931BB732D78}"/>
              </a:ext>
            </a:extLst>
          </p:cNvPr>
          <p:cNvGrpSpPr/>
          <p:nvPr/>
        </p:nvGrpSpPr>
        <p:grpSpPr>
          <a:xfrm>
            <a:off x="21349090" y="5650722"/>
            <a:ext cx="6230129" cy="4063334"/>
            <a:chOff x="21349090" y="5650722"/>
            <a:chExt cx="6230129" cy="4063334"/>
          </a:xfrm>
        </p:grpSpPr>
        <p:pic>
          <p:nvPicPr>
            <p:cNvPr id="54" name="Picture 53" descr="A picture containing text&#10;&#10;Description automatically generated">
              <a:extLst>
                <a:ext uri="{FF2B5EF4-FFF2-40B4-BE49-F238E27FC236}">
                  <a16:creationId xmlns:a16="http://schemas.microsoft.com/office/drawing/2014/main" id="{EBCA7F3D-411B-4AD7-91F9-32C7F7CE95F4}"/>
                </a:ext>
              </a:extLst>
            </p:cNvPr>
            <p:cNvPicPr>
              <a:picLocks noChangeAspect="1"/>
            </p:cNvPicPr>
            <p:nvPr/>
          </p:nvPicPr>
          <p:blipFill rotWithShape="1">
            <a:blip r:embed="rId26" cstate="email">
              <a:extLst>
                <a:ext uri="{28A0092B-C50C-407E-A947-70E740481C1C}">
                  <a14:useLocalDpi xmlns:a14="http://schemas.microsoft.com/office/drawing/2010/main"/>
                </a:ext>
              </a:extLst>
            </a:blip>
            <a:srcRect/>
            <a:stretch/>
          </p:blipFill>
          <p:spPr>
            <a:xfrm>
              <a:off x="21349090" y="5650722"/>
              <a:ext cx="6230129" cy="4063334"/>
            </a:xfrm>
            <a:prstGeom prst="rect">
              <a:avLst/>
            </a:prstGeom>
          </p:spPr>
        </p:pic>
        <p:pic>
          <p:nvPicPr>
            <p:cNvPr id="123" name="Picture 122">
              <a:extLst>
                <a:ext uri="{FF2B5EF4-FFF2-40B4-BE49-F238E27FC236}">
                  <a16:creationId xmlns:a16="http://schemas.microsoft.com/office/drawing/2014/main" id="{02E61BCD-3D09-4D17-9F33-C2C71D19FBDA}"/>
                </a:ext>
              </a:extLst>
            </p:cNvPr>
            <p:cNvPicPr>
              <a:picLocks noChangeAspect="1"/>
            </p:cNvPicPr>
            <p:nvPr/>
          </p:nvPicPr>
          <p:blipFill rotWithShape="1">
            <a:blip r:embed="rId21" cstate="email">
              <a:extLst>
                <a:ext uri="{28A0092B-C50C-407E-A947-70E740481C1C}">
                  <a14:useLocalDpi xmlns:a14="http://schemas.microsoft.com/office/drawing/2010/main"/>
                </a:ext>
              </a:extLst>
            </a:blip>
            <a:srcRect/>
            <a:stretch/>
          </p:blipFill>
          <p:spPr>
            <a:xfrm>
              <a:off x="25975658" y="5834916"/>
              <a:ext cx="930599" cy="897884"/>
            </a:xfrm>
            <a:prstGeom prst="rect">
              <a:avLst/>
            </a:prstGeom>
          </p:spPr>
        </p:pic>
      </p:grpSp>
      <p:grpSp>
        <p:nvGrpSpPr>
          <p:cNvPr id="10" name="Group 9">
            <a:extLst>
              <a:ext uri="{FF2B5EF4-FFF2-40B4-BE49-F238E27FC236}">
                <a16:creationId xmlns:a16="http://schemas.microsoft.com/office/drawing/2014/main" id="{CE807A82-A6FE-483B-9E54-3EEEA52C3D6D}"/>
              </a:ext>
            </a:extLst>
          </p:cNvPr>
          <p:cNvGrpSpPr/>
          <p:nvPr/>
        </p:nvGrpSpPr>
        <p:grpSpPr>
          <a:xfrm>
            <a:off x="15205372" y="5674862"/>
            <a:ext cx="6122321" cy="4100367"/>
            <a:chOff x="15205372" y="5674862"/>
            <a:chExt cx="6122321" cy="4100367"/>
          </a:xfrm>
        </p:grpSpPr>
        <p:pic>
          <p:nvPicPr>
            <p:cNvPr id="42" name="Picture 41" descr="Text&#10;&#10;Description automatically generated">
              <a:extLst>
                <a:ext uri="{FF2B5EF4-FFF2-40B4-BE49-F238E27FC236}">
                  <a16:creationId xmlns:a16="http://schemas.microsoft.com/office/drawing/2014/main" id="{C98E7AC2-B7E7-4C56-860B-82867350EAC8}"/>
                </a:ext>
              </a:extLst>
            </p:cNvPr>
            <p:cNvPicPr>
              <a:picLocks noChangeAspect="1"/>
            </p:cNvPicPr>
            <p:nvPr/>
          </p:nvPicPr>
          <p:blipFill rotWithShape="1">
            <a:blip r:embed="rId27" cstate="email">
              <a:extLst>
                <a:ext uri="{28A0092B-C50C-407E-A947-70E740481C1C}">
                  <a14:useLocalDpi xmlns:a14="http://schemas.microsoft.com/office/drawing/2010/main"/>
                </a:ext>
              </a:extLst>
            </a:blip>
            <a:srcRect/>
            <a:stretch/>
          </p:blipFill>
          <p:spPr>
            <a:xfrm>
              <a:off x="15205372" y="5674862"/>
              <a:ext cx="6122321" cy="4100367"/>
            </a:xfrm>
            <a:prstGeom prst="rect">
              <a:avLst/>
            </a:prstGeom>
          </p:spPr>
        </p:pic>
        <p:pic>
          <p:nvPicPr>
            <p:cNvPr id="133" name="Picture 132">
              <a:extLst>
                <a:ext uri="{FF2B5EF4-FFF2-40B4-BE49-F238E27FC236}">
                  <a16:creationId xmlns:a16="http://schemas.microsoft.com/office/drawing/2014/main" id="{B7F2C0FD-E72A-4CB5-B559-315152F36F8D}"/>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9699243" y="5752641"/>
              <a:ext cx="993604" cy="973423"/>
            </a:xfrm>
            <a:prstGeom prst="rect">
              <a:avLst/>
            </a:prstGeom>
          </p:spPr>
        </p:pic>
      </p:grpSp>
      <p:grpSp>
        <p:nvGrpSpPr>
          <p:cNvPr id="9" name="Group 8">
            <a:extLst>
              <a:ext uri="{FF2B5EF4-FFF2-40B4-BE49-F238E27FC236}">
                <a16:creationId xmlns:a16="http://schemas.microsoft.com/office/drawing/2014/main" id="{7786A67E-22C4-4488-92BB-FECB05630DFC}"/>
              </a:ext>
            </a:extLst>
          </p:cNvPr>
          <p:cNvGrpSpPr/>
          <p:nvPr/>
        </p:nvGrpSpPr>
        <p:grpSpPr>
          <a:xfrm>
            <a:off x="2335957" y="25900555"/>
            <a:ext cx="12691274" cy="7752538"/>
            <a:chOff x="2335957" y="25900555"/>
            <a:chExt cx="12691274" cy="7752538"/>
          </a:xfrm>
        </p:grpSpPr>
        <p:sp>
          <p:nvSpPr>
            <p:cNvPr id="46" name="Rectangle 45">
              <a:extLst>
                <a:ext uri="{FF2B5EF4-FFF2-40B4-BE49-F238E27FC236}">
                  <a16:creationId xmlns:a16="http://schemas.microsoft.com/office/drawing/2014/main" id="{8AB1BE6B-7C70-4604-815E-C72AA0FE6DE4}"/>
                </a:ext>
              </a:extLst>
            </p:cNvPr>
            <p:cNvSpPr/>
            <p:nvPr/>
          </p:nvSpPr>
          <p:spPr>
            <a:xfrm>
              <a:off x="2509981" y="27194632"/>
              <a:ext cx="1231427" cy="400110"/>
            </a:xfrm>
            <a:prstGeom prst="rect">
              <a:avLst/>
            </a:prstGeom>
          </p:spPr>
          <p:txBody>
            <a:bodyPr wrap="none">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1D model</a:t>
              </a:r>
            </a:p>
          </p:txBody>
        </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D1B5F846-C91B-4712-AE29-C70E88B04E0D}"/>
                    </a:ext>
                  </a:extLst>
                </p:cNvPr>
                <p:cNvSpPr/>
                <p:nvPr/>
              </p:nvSpPr>
              <p:spPr>
                <a:xfrm>
                  <a:off x="3949772" y="26134544"/>
                  <a:ext cx="2407352" cy="429285"/>
                </a:xfrm>
                <a:prstGeom prst="rect">
                  <a:avLst/>
                </a:prstGeom>
                <a:ln>
                  <a:noFill/>
                  <a:prstDash val="dash"/>
                </a:ln>
              </p:spPr>
              <p:txBody>
                <a:bodyPr wrap="square">
                  <a:spAutoFit/>
                </a:bodyPr>
                <a:lstStyle/>
                <a:p>
                  <a14:m>
                    <m:oMath xmlns:m="http://schemas.openxmlformats.org/officeDocument/2006/math">
                      <m:sSub>
                        <m:sSubPr>
                          <m:ctrlPr>
                            <a:rPr lang="en-US" sz="2000" b="1" i="1" smtClean="0">
                              <a:solidFill>
                                <a:srgbClr val="000000"/>
                              </a:solidFill>
                              <a:latin typeface="Cambria Math" panose="02040503050406030204" pitchFamily="18" charset="0"/>
                              <a:cs typeface="Times New Roman" panose="02020603050405020304" pitchFamily="18" charset="0"/>
                            </a:rPr>
                          </m:ctrlPr>
                        </m:sSubPr>
                        <m:e>
                          <m:r>
                            <a:rPr lang="en-US" sz="2000" b="1" i="0" smtClean="0">
                              <a:solidFill>
                                <a:srgbClr val="000000"/>
                              </a:solidFill>
                              <a:latin typeface="Cambria Math" panose="02040503050406030204" pitchFamily="18" charset="0"/>
                              <a:cs typeface="Times New Roman" panose="02020603050405020304" pitchFamily="18" charset="0"/>
                            </a:rPr>
                            <m:t>𝐈</m:t>
                          </m:r>
                        </m:e>
                        <m:sub>
                          <m:r>
                            <a:rPr lang="en-US" sz="2000" b="1" i="0" smtClean="0">
                              <a:solidFill>
                                <a:srgbClr val="000000"/>
                              </a:solidFill>
                              <a:latin typeface="Cambria Math" panose="02040503050406030204" pitchFamily="18" charset="0"/>
                              <a:cs typeface="Times New Roman" panose="02020603050405020304" pitchFamily="18" charset="0"/>
                            </a:rPr>
                            <m:t>𝐀𝐯𝐠</m:t>
                          </m:r>
                        </m:sub>
                      </m:sSub>
                    </m:oMath>
                  </a14:m>
                  <a:r>
                    <a:rPr lang="en-US" sz="2000" b="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sSub>
                        <m:sSubPr>
                          <m:ctrlPr>
                            <a:rPr lang="en-US" sz="2000" b="1" i="1" smtClean="0">
                              <a:solidFill>
                                <a:srgbClr val="000000"/>
                              </a:solidFill>
                              <a:latin typeface="Cambria Math" panose="02040503050406030204" pitchFamily="18" charset="0"/>
                              <a:cs typeface="Times New Roman" panose="02020603050405020304" pitchFamily="18" charset="0"/>
                            </a:rPr>
                          </m:ctrlPr>
                        </m:sSubPr>
                        <m:e>
                          <m:r>
                            <a:rPr lang="en-US" sz="2000" b="1" i="0" smtClean="0">
                              <a:solidFill>
                                <a:srgbClr val="000000"/>
                              </a:solidFill>
                              <a:latin typeface="Cambria Math" panose="02040503050406030204" pitchFamily="18" charset="0"/>
                              <a:cs typeface="Times New Roman" panose="02020603050405020304" pitchFamily="18" charset="0"/>
                            </a:rPr>
                            <m:t>𝐄</m:t>
                          </m:r>
                        </m:e>
                        <m:sub>
                          <m:r>
                            <a:rPr lang="en-US" sz="2000" b="1" i="0" smtClean="0">
                              <a:solidFill>
                                <a:srgbClr val="000000"/>
                              </a:solidFill>
                              <a:latin typeface="Cambria Math" panose="02040503050406030204" pitchFamily="18" charset="0"/>
                              <a:cs typeface="Times New Roman" panose="02020603050405020304" pitchFamily="18" charset="0"/>
                            </a:rPr>
                            <m:t>𝐜𝐞𝐥𝐥</m:t>
                          </m:r>
                        </m:sub>
                      </m:sSub>
                      <m:r>
                        <a:rPr lang="en-US" sz="2000" b="1" i="0" smtClean="0">
                          <a:solidFill>
                            <a:srgbClr val="000000"/>
                          </a:solidFill>
                          <a:latin typeface="Cambria Math" panose="02040503050406030204" pitchFamily="18" charset="0"/>
                          <a:cs typeface="Times New Roman" panose="02020603050405020304" pitchFamily="18" charset="0"/>
                        </a:rPr>
                        <m:t>)</m:t>
                      </m:r>
                    </m:oMath>
                  </a14:m>
                  <a:endParaRPr lang="en-US" sz="2000" b="1"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47" name="Rectangle 46">
                  <a:extLst>
                    <a:ext uri="{FF2B5EF4-FFF2-40B4-BE49-F238E27FC236}">
                      <a16:creationId xmlns:a16="http://schemas.microsoft.com/office/drawing/2014/main" id="{D1B5F846-C91B-4712-AE29-C70E88B04E0D}"/>
                    </a:ext>
                  </a:extLst>
                </p:cNvPr>
                <p:cNvSpPr>
                  <a:spLocks noRot="1" noChangeAspect="1" noMove="1" noResize="1" noEditPoints="1" noAdjustHandles="1" noChangeArrowheads="1" noChangeShapeType="1" noTextEdit="1"/>
                </p:cNvSpPr>
                <p:nvPr/>
              </p:nvSpPr>
              <p:spPr>
                <a:xfrm>
                  <a:off x="3949772" y="26134544"/>
                  <a:ext cx="2407352" cy="429285"/>
                </a:xfrm>
                <a:prstGeom prst="rect">
                  <a:avLst/>
                </a:prstGeom>
                <a:blipFill>
                  <a:blip r:embed="rId28"/>
                  <a:stretch>
                    <a:fillRect t="-7042" b="-16901"/>
                  </a:stretch>
                </a:blipFill>
                <a:ln>
                  <a:no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05764E8B-381E-493A-82DD-70D84D2320CC}"/>
                    </a:ext>
                  </a:extLst>
                </p:cNvPr>
                <p:cNvSpPr/>
                <p:nvPr/>
              </p:nvSpPr>
              <p:spPr>
                <a:xfrm>
                  <a:off x="5786735" y="29141947"/>
                  <a:ext cx="4780036" cy="400110"/>
                </a:xfrm>
                <a:prstGeom prst="rect">
                  <a:avLst/>
                </a:prstGeom>
                <a:ln>
                  <a:noFill/>
                  <a:prstDash val="dash"/>
                </a:ln>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Specific active area, </a:t>
                  </a:r>
                  <a14:m>
                    <m:oMath xmlns:m="http://schemas.openxmlformats.org/officeDocument/2006/math">
                      <m:r>
                        <a:rPr lang="en-US" sz="2000" b="1" i="0">
                          <a:solidFill>
                            <a:srgbClr val="000000"/>
                          </a:solidFill>
                          <a:latin typeface="Cambria Math" panose="02040503050406030204" pitchFamily="18" charset="0"/>
                          <a:cs typeface="Times New Roman" panose="02020603050405020304" pitchFamily="18" charset="0"/>
                        </a:rPr>
                        <m:t>𝐀</m:t>
                      </m:r>
                      <m:r>
                        <a:rPr lang="en-US" sz="2000" b="1" i="0">
                          <a:solidFill>
                            <a:srgbClr val="000000"/>
                          </a:solidFill>
                          <a:latin typeface="Cambria Math" panose="02040503050406030204" pitchFamily="18" charset="0"/>
                          <a:cs typeface="Times New Roman" panose="02020603050405020304" pitchFamily="18" charset="0"/>
                        </a:rPr>
                        <m:t> </m:t>
                      </m:r>
                    </m:oMath>
                  </a14:m>
                  <a:r>
                    <a:rPr lang="en-US" sz="2000" b="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sSub>
                        <m:sSubPr>
                          <m:ctrlPr>
                            <a:rPr lang="en-US" sz="2000" b="1" i="1">
                              <a:solidFill>
                                <a:srgbClr val="000000"/>
                              </a:solidFill>
                              <a:latin typeface="Cambria Math" panose="02040503050406030204" pitchFamily="18" charset="0"/>
                              <a:cs typeface="Times New Roman" panose="02020603050405020304" pitchFamily="18" charset="0"/>
                            </a:rPr>
                          </m:ctrlPr>
                        </m:sSubPr>
                        <m:e>
                          <m:r>
                            <a:rPr lang="en-US" sz="2000" b="1" i="0">
                              <a:solidFill>
                                <a:srgbClr val="000000"/>
                              </a:solidFill>
                              <a:latin typeface="Cambria Math" panose="02040503050406030204" pitchFamily="18" charset="0"/>
                              <a:cs typeface="Times New Roman" panose="02020603050405020304" pitchFamily="18" charset="0"/>
                            </a:rPr>
                            <m:t>𝐑</m:t>
                          </m:r>
                        </m:e>
                        <m:sub>
                          <m:r>
                            <a:rPr lang="en-US" sz="2000" b="1" i="0">
                              <a:solidFill>
                                <a:srgbClr val="000000"/>
                              </a:solidFill>
                              <a:latin typeface="Cambria Math" panose="02040503050406030204" pitchFamily="18" charset="0"/>
                              <a:cs typeface="Times New Roman" panose="02020603050405020304" pitchFamily="18" charset="0"/>
                            </a:rPr>
                            <m:t>𝐰𝐢𝐫𝐞</m:t>
                          </m:r>
                        </m:sub>
                      </m:sSub>
                    </m:oMath>
                  </a14:m>
                  <a:r>
                    <a:rPr lang="en-US" sz="2000" b="1" dirty="0">
                      <a:solidFill>
                        <a:srgbClr val="000000"/>
                      </a:solidFill>
                      <a:latin typeface="Times New Roman" panose="02020603050405020304" pitchFamily="18" charset="0"/>
                      <a:cs typeface="Times New Roman" panose="02020603050405020304" pitchFamily="18" charset="0"/>
                    </a:rPr>
                    <a:t>)</a:t>
                  </a:r>
                </a:p>
              </p:txBody>
            </p:sp>
          </mc:Choice>
          <mc:Fallback xmlns="">
            <p:sp>
              <p:nvSpPr>
                <p:cNvPr id="37" name="Rectangle 36">
                  <a:extLst>
                    <a:ext uri="{FF2B5EF4-FFF2-40B4-BE49-F238E27FC236}">
                      <a16:creationId xmlns:a16="http://schemas.microsoft.com/office/drawing/2014/main" id="{05764E8B-381E-493A-82DD-70D84D2320CC}"/>
                    </a:ext>
                  </a:extLst>
                </p:cNvPr>
                <p:cNvSpPr>
                  <a:spLocks noRot="1" noChangeAspect="1" noMove="1" noResize="1" noEditPoints="1" noAdjustHandles="1" noChangeArrowheads="1" noChangeShapeType="1" noTextEdit="1"/>
                </p:cNvSpPr>
                <p:nvPr/>
              </p:nvSpPr>
              <p:spPr>
                <a:xfrm>
                  <a:off x="5786735" y="29141947"/>
                  <a:ext cx="4780036" cy="400110"/>
                </a:xfrm>
                <a:prstGeom prst="rect">
                  <a:avLst/>
                </a:prstGeom>
                <a:blipFill>
                  <a:blip r:embed="rId29"/>
                  <a:stretch>
                    <a:fillRect l="-1276" t="-9231" b="-27692"/>
                  </a:stretch>
                </a:blipFill>
                <a:ln>
                  <a:noFill/>
                  <a:prstDash val="dash"/>
                </a:ln>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5D6ED315-CD60-45EE-B263-7D97B2001E49}"/>
                </a:ext>
              </a:extLst>
            </p:cNvPr>
            <p:cNvCxnSpPr>
              <a:cxnSpLocks/>
              <a:endCxn id="74" idx="1"/>
            </p:cNvCxnSpPr>
            <p:nvPr/>
          </p:nvCxnSpPr>
          <p:spPr>
            <a:xfrm flipV="1">
              <a:off x="3852789" y="26571644"/>
              <a:ext cx="1701899" cy="12662"/>
            </a:xfrm>
            <a:prstGeom prst="straightConnector1">
              <a:avLst/>
            </a:prstGeom>
            <a:ln w="12700" cmpd="sng">
              <a:solidFill>
                <a:srgbClr val="FF0000"/>
              </a:solidFill>
              <a:prstDash val="dashDot"/>
              <a:tailEnd type="triangle"/>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87F8D3AF-A7E4-47EB-B963-045A97876B38}"/>
                </a:ext>
              </a:extLst>
            </p:cNvPr>
            <p:cNvSpPr txBox="1"/>
            <p:nvPr/>
          </p:nvSpPr>
          <p:spPr>
            <a:xfrm>
              <a:off x="2471118" y="32830237"/>
              <a:ext cx="1838804" cy="400110"/>
            </a:xfrm>
            <a:prstGeom prst="rect">
              <a:avLst/>
            </a:prstGeom>
            <a:noFill/>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Nickel foam</a:t>
              </a:r>
              <a:endParaRPr lang="en-US" sz="2000" b="1" dirty="0"/>
            </a:p>
          </p:txBody>
        </p:sp>
        <p:sp>
          <p:nvSpPr>
            <p:cNvPr id="30" name="TextBox 29">
              <a:extLst>
                <a:ext uri="{FF2B5EF4-FFF2-40B4-BE49-F238E27FC236}">
                  <a16:creationId xmlns:a16="http://schemas.microsoft.com/office/drawing/2014/main" id="{C145B51E-5209-47CA-A153-583AE5ED4172}"/>
                </a:ext>
              </a:extLst>
            </p:cNvPr>
            <p:cNvSpPr txBox="1"/>
            <p:nvPr/>
          </p:nvSpPr>
          <p:spPr>
            <a:xfrm>
              <a:off x="4561597" y="32830237"/>
              <a:ext cx="720080" cy="400110"/>
            </a:xfrm>
            <a:prstGeom prst="rect">
              <a:avLst/>
            </a:prstGeom>
            <a:noFill/>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NM</a:t>
              </a:r>
              <a:endParaRPr lang="en-US" sz="2000" b="1" dirty="0"/>
            </a:p>
          </p:txBody>
        </p:sp>
        <p:sp>
          <p:nvSpPr>
            <p:cNvPr id="65" name="TextBox 64">
              <a:extLst>
                <a:ext uri="{FF2B5EF4-FFF2-40B4-BE49-F238E27FC236}">
                  <a16:creationId xmlns:a16="http://schemas.microsoft.com/office/drawing/2014/main" id="{A25A8BD4-121F-4966-933E-E5D25C90643A}"/>
                </a:ext>
              </a:extLst>
            </p:cNvPr>
            <p:cNvSpPr txBox="1"/>
            <p:nvPr/>
          </p:nvSpPr>
          <p:spPr>
            <a:xfrm>
              <a:off x="11096471" y="32637430"/>
              <a:ext cx="3930760" cy="1015663"/>
            </a:xfrm>
            <a:prstGeom prst="rect">
              <a:avLst/>
            </a:prstGeom>
            <a:noFill/>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NE: Negative Electrode</a:t>
              </a:r>
            </a:p>
            <a:p>
              <a:r>
                <a:rPr lang="en-US" sz="2000" b="1" dirty="0">
                  <a:solidFill>
                    <a:srgbClr val="000000"/>
                  </a:solidFill>
                  <a:latin typeface="Times New Roman" panose="02020603050405020304" pitchFamily="18" charset="0"/>
                  <a:cs typeface="Times New Roman" panose="02020603050405020304" pitchFamily="18" charset="0"/>
                </a:rPr>
                <a:t>PE: Positive Electrode</a:t>
              </a:r>
            </a:p>
            <a:p>
              <a:r>
                <a:rPr lang="en-US" sz="2000" b="1" dirty="0">
                  <a:solidFill>
                    <a:srgbClr val="000000"/>
                  </a:solidFill>
                  <a:latin typeface="Times New Roman" panose="02020603050405020304" pitchFamily="18" charset="0"/>
                  <a:cs typeface="Times New Roman" panose="02020603050405020304" pitchFamily="18" charset="0"/>
                </a:rPr>
                <a:t>Ch: Channel</a:t>
              </a:r>
              <a:endParaRPr lang="en-US" sz="2000" b="1" dirty="0"/>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335A4F44-D833-4ADE-9504-F03ABCD7B62E}"/>
                    </a:ext>
                  </a:extLst>
                </p:cNvPr>
                <p:cNvSpPr txBox="1"/>
                <p:nvPr/>
              </p:nvSpPr>
              <p:spPr>
                <a:xfrm>
                  <a:off x="5786735" y="28435881"/>
                  <a:ext cx="4923046" cy="707886"/>
                </a:xfrm>
                <a:prstGeom prst="rect">
                  <a:avLst/>
                </a:prstGeom>
                <a:noFill/>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Permeability (NM), K=f(</a:t>
                  </a:r>
                  <a14:m>
                    <m:oMath xmlns:m="http://schemas.openxmlformats.org/officeDocument/2006/math">
                      <m:r>
                        <a:rPr lang="en-US" sz="2000" b="1" i="0">
                          <a:solidFill>
                            <a:srgbClr val="000000"/>
                          </a:solidFill>
                          <a:latin typeface="Cambria Math" panose="02040503050406030204" pitchFamily="18" charset="0"/>
                        </a:rPr>
                        <m:t>𝛆</m:t>
                      </m:r>
                    </m:oMath>
                  </a14:m>
                  <a:r>
                    <a:rPr lang="en-US" sz="2000" b="1"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b="1" i="1">
                              <a:solidFill>
                                <a:srgbClr val="000000"/>
                              </a:solidFill>
                              <a:latin typeface="Cambria Math" panose="02040503050406030204" pitchFamily="18" charset="0"/>
                            </a:rPr>
                          </m:ctrlPr>
                        </m:sSubPr>
                        <m:e>
                          <m:r>
                            <a:rPr lang="en-US" sz="2000" b="1" i="0">
                              <a:solidFill>
                                <a:srgbClr val="000000"/>
                              </a:solidFill>
                              <a:latin typeface="Cambria Math" panose="02040503050406030204" pitchFamily="18" charset="0"/>
                            </a:rPr>
                            <m:t>𝐑</m:t>
                          </m:r>
                        </m:e>
                        <m:sub>
                          <m:r>
                            <a:rPr lang="en-US" sz="2000" b="1" i="0">
                              <a:solidFill>
                                <a:srgbClr val="000000"/>
                              </a:solidFill>
                              <a:latin typeface="Cambria Math" panose="02040503050406030204" pitchFamily="18" charset="0"/>
                            </a:rPr>
                            <m:t>𝐰𝐢𝐫𝐞</m:t>
                          </m:r>
                        </m:sub>
                      </m:sSub>
                    </m:oMath>
                  </a14:m>
                  <a:r>
                    <a:rPr lang="en-US" sz="2000" b="1" dirty="0">
                      <a:solidFill>
                        <a:srgbClr val="000000"/>
                      </a:solidFill>
                      <a:latin typeface="Times New Roman" panose="02020603050405020304" pitchFamily="18" charset="0"/>
                      <a:cs typeface="Times New Roman" panose="02020603050405020304" pitchFamily="18" charset="0"/>
                    </a:rPr>
                    <a:t>)</a:t>
                  </a:r>
                </a:p>
                <a:p>
                  <a:r>
                    <a:rPr lang="en-US" sz="2000" b="1" dirty="0">
                      <a:solidFill>
                        <a:srgbClr val="000000"/>
                      </a:solidFill>
                      <a:latin typeface="Times New Roman" panose="02020603050405020304" pitchFamily="18" charset="0"/>
                      <a:cs typeface="Times New Roman" panose="02020603050405020304" pitchFamily="18" charset="0"/>
                    </a:rPr>
                    <a:t>Porosity (NM), </a:t>
                  </a:r>
                  <a14:m>
                    <m:oMath xmlns:m="http://schemas.openxmlformats.org/officeDocument/2006/math">
                      <m:r>
                        <a:rPr lang="en-US" sz="2000" b="1" i="0">
                          <a:solidFill>
                            <a:srgbClr val="000000"/>
                          </a:solidFill>
                          <a:latin typeface="Cambria Math" panose="02040503050406030204" pitchFamily="18" charset="0"/>
                        </a:rPr>
                        <m:t>𝛆</m:t>
                      </m:r>
                      <m:r>
                        <a:rPr lang="en-US" sz="2000" b="1" i="0">
                          <a:solidFill>
                            <a:srgbClr val="000000"/>
                          </a:solidFill>
                          <a:latin typeface="Cambria Math" panose="02040503050406030204" pitchFamily="18" charset="0"/>
                        </a:rPr>
                        <m:t> </m:t>
                      </m:r>
                    </m:oMath>
                  </a14:m>
                  <a:r>
                    <a:rPr lang="en-US" sz="2000" b="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sSub>
                        <m:sSubPr>
                          <m:ctrlPr>
                            <a:rPr lang="en-US" sz="2000" b="1" i="1">
                              <a:solidFill>
                                <a:srgbClr val="000000"/>
                              </a:solidFill>
                              <a:latin typeface="Cambria Math" panose="02040503050406030204" pitchFamily="18" charset="0"/>
                            </a:rPr>
                          </m:ctrlPr>
                        </m:sSubPr>
                        <m:e>
                          <m:r>
                            <a:rPr lang="en-US" sz="2000" b="1" i="0">
                              <a:solidFill>
                                <a:srgbClr val="000000"/>
                              </a:solidFill>
                              <a:latin typeface="Cambria Math" panose="02040503050406030204" pitchFamily="18" charset="0"/>
                            </a:rPr>
                            <m:t>𝐑</m:t>
                          </m:r>
                        </m:e>
                        <m:sub>
                          <m:r>
                            <a:rPr lang="en-US" sz="2000" b="1" i="0">
                              <a:solidFill>
                                <a:srgbClr val="000000"/>
                              </a:solidFill>
                              <a:latin typeface="Cambria Math" panose="02040503050406030204" pitchFamily="18" charset="0"/>
                            </a:rPr>
                            <m:t>𝐰𝐢𝐫𝐞</m:t>
                          </m:r>
                        </m:sub>
                      </m:sSub>
                    </m:oMath>
                  </a14:m>
                  <a:r>
                    <a:rPr lang="en-US" sz="2000" b="1" dirty="0">
                      <a:solidFill>
                        <a:srgbClr val="000000"/>
                      </a:solidFill>
                      <a:latin typeface="Times New Roman" panose="02020603050405020304" pitchFamily="18" charset="0"/>
                      <a:cs typeface="Times New Roman" panose="02020603050405020304" pitchFamily="18" charset="0"/>
                    </a:rPr>
                    <a:t>)</a:t>
                  </a:r>
                </a:p>
              </p:txBody>
            </p:sp>
          </mc:Choice>
          <mc:Fallback xmlns="">
            <p:sp>
              <p:nvSpPr>
                <p:cNvPr id="78" name="TextBox 77">
                  <a:extLst>
                    <a:ext uri="{FF2B5EF4-FFF2-40B4-BE49-F238E27FC236}">
                      <a16:creationId xmlns:a16="http://schemas.microsoft.com/office/drawing/2014/main" id="{335A4F44-D833-4ADE-9504-F03ABCD7B62E}"/>
                    </a:ext>
                  </a:extLst>
                </p:cNvPr>
                <p:cNvSpPr txBox="1">
                  <a:spLocks noRot="1" noChangeAspect="1" noMove="1" noResize="1" noEditPoints="1" noAdjustHandles="1" noChangeArrowheads="1" noChangeShapeType="1" noTextEdit="1"/>
                </p:cNvSpPr>
                <p:nvPr/>
              </p:nvSpPr>
              <p:spPr>
                <a:xfrm>
                  <a:off x="5786735" y="28435881"/>
                  <a:ext cx="4923046" cy="707886"/>
                </a:xfrm>
                <a:prstGeom prst="rect">
                  <a:avLst/>
                </a:prstGeom>
                <a:blipFill>
                  <a:blip r:embed="rId30"/>
                  <a:stretch>
                    <a:fillRect l="-1238" t="-5172" b="-14655"/>
                  </a:stretch>
                </a:blipFill>
              </p:spPr>
              <p:txBody>
                <a:bodyPr/>
                <a:lstStyle/>
                <a:p>
                  <a:r>
                    <a:rPr lang="en-US">
                      <a:noFill/>
                    </a:rPr>
                    <a:t> </a:t>
                  </a:r>
                </a:p>
              </p:txBody>
            </p:sp>
          </mc:Fallback>
        </mc:AlternateContent>
        <p:cxnSp>
          <p:nvCxnSpPr>
            <p:cNvPr id="79" name="Straight Arrow Connector 78">
              <a:extLst>
                <a:ext uri="{FF2B5EF4-FFF2-40B4-BE49-F238E27FC236}">
                  <a16:creationId xmlns:a16="http://schemas.microsoft.com/office/drawing/2014/main" id="{8093CAB9-4924-43AD-93A9-FE4CF1545C77}"/>
                </a:ext>
              </a:extLst>
            </p:cNvPr>
            <p:cNvCxnSpPr>
              <a:cxnSpLocks/>
            </p:cNvCxnSpPr>
            <p:nvPr/>
          </p:nvCxnSpPr>
          <p:spPr>
            <a:xfrm>
              <a:off x="5384521" y="29696734"/>
              <a:ext cx="6224738" cy="0"/>
            </a:xfrm>
            <a:prstGeom prst="straightConnector1">
              <a:avLst/>
            </a:prstGeom>
            <a:ln w="12700" cmpd="sng">
              <a:solidFill>
                <a:srgbClr val="FF0000"/>
              </a:solidFill>
              <a:prstDash val="dashDot"/>
              <a:tailEnd type="triangle"/>
            </a:ln>
            <a:effectLst/>
          </p:spPr>
          <p:style>
            <a:lnRef idx="2">
              <a:schemeClr val="accent1"/>
            </a:lnRef>
            <a:fillRef idx="0">
              <a:schemeClr val="accent1"/>
            </a:fillRef>
            <a:effectRef idx="1">
              <a:schemeClr val="accent1"/>
            </a:effectRef>
            <a:fontRef idx="minor">
              <a:schemeClr val="tx1"/>
            </a:fontRef>
          </p:style>
        </p:cxnSp>
        <p:sp>
          <p:nvSpPr>
            <p:cNvPr id="84" name="Rectangle 83">
              <a:extLst>
                <a:ext uri="{FF2B5EF4-FFF2-40B4-BE49-F238E27FC236}">
                  <a16:creationId xmlns:a16="http://schemas.microsoft.com/office/drawing/2014/main" id="{FD9A3266-B6B8-483E-BA1C-F400479860AF}"/>
                </a:ext>
              </a:extLst>
            </p:cNvPr>
            <p:cNvSpPr/>
            <p:nvPr/>
          </p:nvSpPr>
          <p:spPr>
            <a:xfrm>
              <a:off x="5008720" y="27191239"/>
              <a:ext cx="2504212" cy="400110"/>
            </a:xfrm>
            <a:prstGeom prst="rect">
              <a:avLst/>
            </a:prstGeom>
          </p:spPr>
          <p:txBody>
            <a:bodyPr wrap="none">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2D multiphase model</a:t>
              </a:r>
            </a:p>
          </p:txBody>
        </p:sp>
        <p:sp>
          <p:nvSpPr>
            <p:cNvPr id="98" name="Rectangle 97">
              <a:extLst>
                <a:ext uri="{FF2B5EF4-FFF2-40B4-BE49-F238E27FC236}">
                  <a16:creationId xmlns:a16="http://schemas.microsoft.com/office/drawing/2014/main" id="{FDA65538-2C8A-4726-84C0-E33678FB6F31}"/>
                </a:ext>
              </a:extLst>
            </p:cNvPr>
            <p:cNvSpPr/>
            <p:nvPr/>
          </p:nvSpPr>
          <p:spPr>
            <a:xfrm>
              <a:off x="2843267" y="33252983"/>
              <a:ext cx="2307043" cy="400110"/>
            </a:xfrm>
            <a:prstGeom prst="rect">
              <a:avLst/>
            </a:prstGeom>
          </p:spPr>
          <p:txBody>
            <a:bodyPr wrap="none">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3D CFD simulation</a:t>
              </a:r>
            </a:p>
          </p:txBody>
        </p:sp>
        <p:sp>
          <p:nvSpPr>
            <p:cNvPr id="102" name="Rectangle 101">
              <a:extLst>
                <a:ext uri="{FF2B5EF4-FFF2-40B4-BE49-F238E27FC236}">
                  <a16:creationId xmlns:a16="http://schemas.microsoft.com/office/drawing/2014/main" id="{B3072E6C-D8BB-443E-8F11-5EA7240A89F4}"/>
                </a:ext>
              </a:extLst>
            </p:cNvPr>
            <p:cNvSpPr/>
            <p:nvPr/>
          </p:nvSpPr>
          <p:spPr>
            <a:xfrm>
              <a:off x="11518911" y="27009488"/>
              <a:ext cx="3029997" cy="707886"/>
            </a:xfrm>
            <a:prstGeom prst="rect">
              <a:avLst/>
            </a:prstGeom>
          </p:spPr>
          <p:txBody>
            <a:bodyPr wrap="none">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Final 1D model </a:t>
              </a:r>
              <a:br>
                <a:rPr lang="en-US" sz="2000" b="1" dirty="0">
                  <a:solidFill>
                    <a:srgbClr val="000000"/>
                  </a:solidFill>
                  <a:latin typeface="Times New Roman" panose="02020603050405020304" pitchFamily="18" charset="0"/>
                  <a:cs typeface="Times New Roman" panose="02020603050405020304" pitchFamily="18" charset="0"/>
                </a:rPr>
              </a:br>
              <a:r>
                <a:rPr lang="en-US" sz="2000" b="1" dirty="0">
                  <a:solidFill>
                    <a:srgbClr val="000000"/>
                  </a:solidFill>
                  <a:latin typeface="Times New Roman" panose="02020603050405020304" pitchFamily="18" charset="0"/>
                  <a:cs typeface="Times New Roman" panose="02020603050405020304" pitchFamily="18" charset="0"/>
                </a:rPr>
                <a:t>considering bubble effects</a:t>
              </a:r>
            </a:p>
          </p:txBody>
        </p:sp>
        <mc:AlternateContent xmlns:mc="http://schemas.openxmlformats.org/markup-compatibility/2006" xmlns:a14="http://schemas.microsoft.com/office/drawing/2010/main">
          <mc:Choice Requires="a14">
            <p:sp>
              <p:nvSpPr>
                <p:cNvPr id="105" name="Rectangle 104">
                  <a:extLst>
                    <a:ext uri="{FF2B5EF4-FFF2-40B4-BE49-F238E27FC236}">
                      <a16:creationId xmlns:a16="http://schemas.microsoft.com/office/drawing/2014/main" id="{005A2F85-CCBF-4FC6-99E7-6164E6C94F4E}"/>
                    </a:ext>
                  </a:extLst>
                </p:cNvPr>
                <p:cNvSpPr/>
                <p:nvPr/>
              </p:nvSpPr>
              <p:spPr>
                <a:xfrm>
                  <a:off x="7408179" y="26858761"/>
                  <a:ext cx="7304561" cy="1352614"/>
                </a:xfrm>
                <a:prstGeom prst="rect">
                  <a:avLst/>
                </a:prstGeom>
                <a:ln>
                  <a:noFill/>
                  <a:prstDash val="dash"/>
                </a:ln>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Capillary pressure,  </a:t>
                  </a:r>
                  <a14:m>
                    <m:oMath xmlns:m="http://schemas.openxmlformats.org/officeDocument/2006/math">
                      <m:sSub>
                        <m:sSubPr>
                          <m:ctrlPr>
                            <a:rPr lang="en-US" sz="2000" b="1" i="1">
                              <a:solidFill>
                                <a:srgbClr val="000000"/>
                              </a:solidFill>
                              <a:latin typeface="Cambria Math" panose="02040503050406030204" pitchFamily="18" charset="0"/>
                              <a:cs typeface="Times New Roman" panose="02020603050405020304" pitchFamily="18" charset="0"/>
                            </a:rPr>
                          </m:ctrlPr>
                        </m:sSubPr>
                        <m:e>
                          <m:r>
                            <a:rPr lang="en-US" sz="2000" b="1" i="0">
                              <a:solidFill>
                                <a:srgbClr val="000000"/>
                              </a:solidFill>
                              <a:latin typeface="Cambria Math" panose="02040503050406030204" pitchFamily="18" charset="0"/>
                              <a:cs typeface="Times New Roman" panose="02020603050405020304" pitchFamily="18" charset="0"/>
                            </a:rPr>
                            <m:t>𝐏</m:t>
                          </m:r>
                        </m:e>
                        <m:sub>
                          <m:r>
                            <a:rPr lang="en-US" sz="2000" b="1" i="0">
                              <a:solidFill>
                                <a:srgbClr val="000000"/>
                              </a:solidFill>
                              <a:latin typeface="Cambria Math" panose="02040503050406030204" pitchFamily="18" charset="0"/>
                              <a:cs typeface="Times New Roman" panose="02020603050405020304" pitchFamily="18" charset="0"/>
                            </a:rPr>
                            <m:t>𝐜</m:t>
                          </m:r>
                        </m:sub>
                      </m:sSub>
                    </m:oMath>
                  </a14:m>
                  <a:r>
                    <a:rPr lang="en-US" sz="2000" b="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r>
                        <a:rPr lang="en-US" sz="2000" b="1" i="0">
                          <a:solidFill>
                            <a:srgbClr val="000000"/>
                          </a:solidFill>
                          <a:latin typeface="Cambria Math" panose="02040503050406030204" pitchFamily="18" charset="0"/>
                          <a:cs typeface="Times New Roman" panose="02020603050405020304" pitchFamily="18" charset="0"/>
                        </a:rPr>
                        <m:t>𝛉</m:t>
                      </m:r>
                      <m:r>
                        <a:rPr lang="en-US" sz="2000" b="1" i="0">
                          <a:solidFill>
                            <a:srgbClr val="000000"/>
                          </a:solidFill>
                          <a:latin typeface="Cambria Math" panose="02040503050406030204" pitchFamily="18" charset="0"/>
                          <a:cs typeface="Times New Roman" panose="02020603050405020304" pitchFamily="18" charset="0"/>
                        </a:rPr>
                        <m:t>,</m:t>
                      </m:r>
                      <m:r>
                        <a:rPr lang="en-US" sz="2000" b="1" i="0">
                          <a:solidFill>
                            <a:srgbClr val="000000"/>
                          </a:solidFill>
                          <a:latin typeface="Cambria Math" panose="02040503050406030204" pitchFamily="18" charset="0"/>
                          <a:cs typeface="Times New Roman" panose="02020603050405020304" pitchFamily="18" charset="0"/>
                        </a:rPr>
                        <m:t>𝛕</m:t>
                      </m:r>
                      <m:r>
                        <a:rPr lang="en-US" sz="2000" b="1" i="0">
                          <a:solidFill>
                            <a:srgbClr val="000000"/>
                          </a:solidFill>
                          <a:latin typeface="Cambria Math" panose="02040503050406030204" pitchFamily="18" charset="0"/>
                          <a:cs typeface="Times New Roman" panose="02020603050405020304" pitchFamily="18" charset="0"/>
                        </a:rPr>
                        <m:t>,</m:t>
                      </m:r>
                      <m:r>
                        <a:rPr lang="en-US" sz="2000" b="1" i="0">
                          <a:solidFill>
                            <a:srgbClr val="000000"/>
                          </a:solidFill>
                          <a:latin typeface="Cambria Math" panose="02040503050406030204" pitchFamily="18" charset="0"/>
                          <a:cs typeface="Times New Roman" panose="02020603050405020304" pitchFamily="18" charset="0"/>
                        </a:rPr>
                        <m:t>𝐊</m:t>
                      </m:r>
                      <m:r>
                        <a:rPr lang="en-US" sz="2000" b="1" i="0">
                          <a:solidFill>
                            <a:srgbClr val="000000"/>
                          </a:solidFill>
                          <a:latin typeface="Cambria Math" panose="02040503050406030204" pitchFamily="18" charset="0"/>
                          <a:cs typeface="Times New Roman" panose="02020603050405020304" pitchFamily="18" charset="0"/>
                        </a:rPr>
                        <m:t>,</m:t>
                      </m:r>
                      <m:r>
                        <a:rPr lang="en-US" sz="2000" b="1" i="0">
                          <a:solidFill>
                            <a:srgbClr val="000000"/>
                          </a:solidFill>
                          <a:latin typeface="Cambria Math" panose="02040503050406030204" pitchFamily="18" charset="0"/>
                          <a:cs typeface="Times New Roman" panose="02020603050405020304" pitchFamily="18" charset="0"/>
                        </a:rPr>
                        <m:t>𝛆</m:t>
                      </m:r>
                      <m:r>
                        <a:rPr lang="en-US" sz="2000" b="1" i="0">
                          <a:solidFill>
                            <a:srgbClr val="000000"/>
                          </a:solidFill>
                          <a:latin typeface="Cambria Math" panose="02040503050406030204" pitchFamily="18" charset="0"/>
                          <a:cs typeface="Times New Roman" panose="02020603050405020304" pitchFamily="18" charset="0"/>
                        </a:rPr>
                        <m:t>,</m:t>
                      </m:r>
                      <m:sSub>
                        <m:sSubPr>
                          <m:ctrlPr>
                            <a:rPr lang="en-US" sz="2000" b="1" i="1">
                              <a:solidFill>
                                <a:srgbClr val="000000"/>
                              </a:solidFill>
                              <a:latin typeface="Cambria Math" panose="02040503050406030204" pitchFamily="18" charset="0"/>
                              <a:cs typeface="Times New Roman" panose="02020603050405020304" pitchFamily="18" charset="0"/>
                            </a:rPr>
                          </m:ctrlPr>
                        </m:sSubPr>
                        <m:e>
                          <m:r>
                            <a:rPr lang="en-US" sz="2000" b="1" i="0" smtClean="0">
                              <a:solidFill>
                                <a:srgbClr val="000000"/>
                              </a:solidFill>
                              <a:latin typeface="Cambria Math" panose="02040503050406030204" pitchFamily="18" charset="0"/>
                              <a:cs typeface="Times New Roman" panose="02020603050405020304" pitchFamily="18" charset="0"/>
                            </a:rPr>
                            <m:t>𝐊</m:t>
                          </m:r>
                        </m:e>
                        <m:sub>
                          <m:r>
                            <a:rPr lang="en-US" sz="2000" b="1" i="0" smtClean="0">
                              <a:solidFill>
                                <a:srgbClr val="000000"/>
                              </a:solidFill>
                              <a:latin typeface="Cambria Math" panose="02040503050406030204" pitchFamily="18" charset="0"/>
                              <a:cs typeface="Times New Roman" panose="02020603050405020304" pitchFamily="18" charset="0"/>
                            </a:rPr>
                            <m:t>𝐫</m:t>
                          </m:r>
                        </m:sub>
                      </m:sSub>
                      <m:r>
                        <a:rPr lang="en-US" sz="2000" b="1" i="0">
                          <a:solidFill>
                            <a:srgbClr val="000000"/>
                          </a:solidFill>
                          <a:latin typeface="Cambria Math" panose="02040503050406030204" pitchFamily="18" charset="0"/>
                          <a:cs typeface="Times New Roman" panose="02020603050405020304" pitchFamily="18" charset="0"/>
                        </a:rPr>
                        <m:t>)</m:t>
                      </m:r>
                    </m:oMath>
                  </a14:m>
                  <a:endParaRPr lang="en-US" sz="2000" b="1" dirty="0">
                    <a:solidFill>
                      <a:srgbClr val="000000"/>
                    </a:solidFill>
                    <a:latin typeface="Times New Roman" panose="02020603050405020304" pitchFamily="18" charset="0"/>
                    <a:cs typeface="Times New Roman" panose="02020603050405020304" pitchFamily="18" charset="0"/>
                  </a:endParaRPr>
                </a:p>
                <a:p>
                  <a:r>
                    <a:rPr lang="en-US" sz="2000" b="1" dirty="0">
                      <a:solidFill>
                        <a:srgbClr val="000000"/>
                      </a:solidFill>
                      <a:latin typeface="Times New Roman" panose="02020603050405020304" pitchFamily="18" charset="0"/>
                      <a:cs typeface="Times New Roman" panose="02020603050405020304" pitchFamily="18" charset="0"/>
                    </a:rPr>
                    <a:t>Contact angle, </a:t>
                  </a:r>
                  <a14:m>
                    <m:oMath xmlns:m="http://schemas.openxmlformats.org/officeDocument/2006/math">
                      <m:r>
                        <a:rPr lang="en-US" sz="2000" b="1" i="0">
                          <a:solidFill>
                            <a:srgbClr val="000000"/>
                          </a:solidFill>
                          <a:latin typeface="Cambria Math" panose="02040503050406030204" pitchFamily="18" charset="0"/>
                          <a:cs typeface="Times New Roman" panose="02020603050405020304" pitchFamily="18" charset="0"/>
                        </a:rPr>
                        <m:t>𝛉</m:t>
                      </m:r>
                    </m:oMath>
                  </a14:m>
                  <a:r>
                    <a:rPr lang="en-US" sz="2000" b="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r>
                        <a:rPr lang="en-US" sz="2000" b="1" i="0">
                          <a:solidFill>
                            <a:srgbClr val="000000"/>
                          </a:solidFill>
                          <a:latin typeface="Cambria Math" panose="02040503050406030204" pitchFamily="18" charset="0"/>
                          <a:cs typeface="Times New Roman" panose="02020603050405020304" pitchFamily="18" charset="0"/>
                        </a:rPr>
                        <m:t>𝐛𝐮𝐛𝐛𝐥𝐞</m:t>
                      </m:r>
                      <m:r>
                        <a:rPr lang="en-US" sz="2000" b="1" i="0">
                          <a:solidFill>
                            <a:srgbClr val="000000"/>
                          </a:solidFill>
                          <a:latin typeface="Cambria Math" panose="02040503050406030204" pitchFamily="18" charset="0"/>
                          <a:cs typeface="Times New Roman" panose="02020603050405020304" pitchFamily="18" charset="0"/>
                        </a:rPr>
                        <m:t> </m:t>
                      </m:r>
                      <m:r>
                        <a:rPr lang="en-US" sz="2000" b="1" i="0">
                          <a:solidFill>
                            <a:srgbClr val="000000"/>
                          </a:solidFill>
                          <a:latin typeface="Cambria Math" panose="02040503050406030204" pitchFamily="18" charset="0"/>
                          <a:cs typeface="Times New Roman" panose="02020603050405020304" pitchFamily="18" charset="0"/>
                        </a:rPr>
                        <m:t>𝐬𝐢𝐳𝐞</m:t>
                      </m:r>
                      <m:r>
                        <a:rPr lang="en-US" sz="2000" b="1" i="0">
                          <a:solidFill>
                            <a:srgbClr val="000000"/>
                          </a:solidFill>
                          <a:latin typeface="Cambria Math" panose="02040503050406030204" pitchFamily="18" charset="0"/>
                          <a:cs typeface="Times New Roman" panose="02020603050405020304" pitchFamily="18" charset="0"/>
                        </a:rPr>
                        <m:t>)</m:t>
                      </m:r>
                    </m:oMath>
                  </a14:m>
                  <a:endParaRPr lang="en-US" sz="2000" b="1" dirty="0">
                    <a:solidFill>
                      <a:srgbClr val="000000"/>
                    </a:solidFill>
                    <a:latin typeface="Times New Roman" panose="02020603050405020304" pitchFamily="18" charset="0"/>
                    <a:cs typeface="Times New Roman" panose="02020603050405020304" pitchFamily="18" charset="0"/>
                  </a:endParaRPr>
                </a:p>
                <a:p>
                  <a:r>
                    <a:rPr lang="en-US" sz="2000" b="1" dirty="0">
                      <a:solidFill>
                        <a:srgbClr val="000000"/>
                      </a:solidFill>
                      <a:latin typeface="Times New Roman" panose="02020603050405020304" pitchFamily="18" charset="0"/>
                      <a:cs typeface="Times New Roman" panose="02020603050405020304" pitchFamily="18" charset="0"/>
                    </a:rPr>
                    <a:t>Surface tension,</a:t>
                  </a:r>
                  <a14:m>
                    <m:oMath xmlns:m="http://schemas.openxmlformats.org/officeDocument/2006/math">
                      <m:r>
                        <a:rPr lang="en-US" sz="2000" b="1" i="0">
                          <a:solidFill>
                            <a:srgbClr val="000000"/>
                          </a:solidFill>
                          <a:latin typeface="Cambria Math" panose="02040503050406030204" pitchFamily="18" charset="0"/>
                          <a:cs typeface="Times New Roman" panose="02020603050405020304" pitchFamily="18" charset="0"/>
                        </a:rPr>
                        <m:t>𝛕</m:t>
                      </m:r>
                    </m:oMath>
                  </a14:m>
                  <a:r>
                    <a:rPr lang="en-US" sz="2000" b="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r>
                        <a:rPr lang="en-US" sz="2000" b="1" i="0">
                          <a:solidFill>
                            <a:srgbClr val="000000"/>
                          </a:solidFill>
                          <a:latin typeface="Cambria Math" panose="02040503050406030204" pitchFamily="18" charset="0"/>
                          <a:cs typeface="Times New Roman" panose="02020603050405020304" pitchFamily="18" charset="0"/>
                        </a:rPr>
                        <m:t>𝐛𝐮𝐛𝐛𝐥𝐞</m:t>
                      </m:r>
                      <m:r>
                        <a:rPr lang="en-US" sz="2000" b="1" i="0">
                          <a:solidFill>
                            <a:srgbClr val="000000"/>
                          </a:solidFill>
                          <a:latin typeface="Cambria Math" panose="02040503050406030204" pitchFamily="18" charset="0"/>
                          <a:cs typeface="Times New Roman" panose="02020603050405020304" pitchFamily="18" charset="0"/>
                        </a:rPr>
                        <m:t> </m:t>
                      </m:r>
                      <m:r>
                        <a:rPr lang="en-US" sz="2000" b="1" i="0">
                          <a:solidFill>
                            <a:srgbClr val="000000"/>
                          </a:solidFill>
                          <a:latin typeface="Cambria Math" panose="02040503050406030204" pitchFamily="18" charset="0"/>
                          <a:cs typeface="Times New Roman" panose="02020603050405020304" pitchFamily="18" charset="0"/>
                        </a:rPr>
                        <m:t>𝐬𝐢𝐳𝐞</m:t>
                      </m:r>
                      <m:r>
                        <a:rPr lang="en-US" sz="2000" b="1" i="0" smtClean="0">
                          <a:solidFill>
                            <a:srgbClr val="000000"/>
                          </a:solidFill>
                          <a:latin typeface="Cambria Math" panose="02040503050406030204" pitchFamily="18" charset="0"/>
                          <a:cs typeface="Times New Roman" panose="02020603050405020304" pitchFamily="18" charset="0"/>
                        </a:rPr>
                        <m:t>, </m:t>
                      </m:r>
                      <m:r>
                        <a:rPr lang="en-US" sz="2000" b="1" i="0" smtClean="0">
                          <a:solidFill>
                            <a:srgbClr val="000000"/>
                          </a:solidFill>
                          <a:latin typeface="Cambria Math" panose="02040503050406030204" pitchFamily="18" charset="0"/>
                          <a:cs typeface="Times New Roman" panose="02020603050405020304" pitchFamily="18" charset="0"/>
                        </a:rPr>
                        <m:t>𝐓</m:t>
                      </m:r>
                      <m:r>
                        <a:rPr lang="en-US" sz="2000" b="1" i="0">
                          <a:solidFill>
                            <a:srgbClr val="000000"/>
                          </a:solidFill>
                          <a:latin typeface="Cambria Math" panose="02040503050406030204" pitchFamily="18" charset="0"/>
                          <a:cs typeface="Times New Roman" panose="02020603050405020304" pitchFamily="18" charset="0"/>
                        </a:rPr>
                        <m:t>)</m:t>
                      </m:r>
                    </m:oMath>
                  </a14:m>
                  <a:endParaRPr lang="en-US" sz="2000" b="1" dirty="0">
                    <a:solidFill>
                      <a:srgbClr val="000000"/>
                    </a:solidFill>
                    <a:latin typeface="Times New Roman" panose="02020603050405020304" pitchFamily="18" charset="0"/>
                    <a:cs typeface="Times New Roman" panose="02020603050405020304" pitchFamily="18" charset="0"/>
                  </a:endParaRPr>
                </a:p>
                <a:p>
                  <a:r>
                    <a:rPr lang="en-US" sz="2000" b="1" dirty="0">
                      <a:solidFill>
                        <a:srgbClr val="000000"/>
                      </a:solidFill>
                      <a:latin typeface="Times New Roman" panose="02020603050405020304" pitchFamily="18" charset="0"/>
                      <a:cs typeface="Times New Roman" panose="02020603050405020304" pitchFamily="18" charset="0"/>
                    </a:rPr>
                    <a:t>Relative Permeability, </a:t>
                  </a:r>
                  <a14:m>
                    <m:oMath xmlns:m="http://schemas.openxmlformats.org/officeDocument/2006/math">
                      <m:sSub>
                        <m:sSubPr>
                          <m:ctrlPr>
                            <a:rPr lang="en-US" sz="2000" b="1" i="1">
                              <a:solidFill>
                                <a:srgbClr val="000000"/>
                              </a:solidFill>
                              <a:latin typeface="Cambria Math" panose="02040503050406030204" pitchFamily="18" charset="0"/>
                              <a:cs typeface="Times New Roman" panose="02020603050405020304" pitchFamily="18" charset="0"/>
                            </a:rPr>
                          </m:ctrlPr>
                        </m:sSubPr>
                        <m:e>
                          <m:r>
                            <a:rPr lang="en-US" sz="2000" b="1" i="1">
                              <a:solidFill>
                                <a:srgbClr val="000000"/>
                              </a:solidFill>
                              <a:latin typeface="Cambria Math" panose="02040503050406030204" pitchFamily="18" charset="0"/>
                              <a:cs typeface="Times New Roman" panose="02020603050405020304" pitchFamily="18" charset="0"/>
                            </a:rPr>
                            <m:t>𝑲</m:t>
                          </m:r>
                        </m:e>
                        <m:sub>
                          <m:r>
                            <a:rPr lang="en-US" sz="2000" b="1" i="1">
                              <a:solidFill>
                                <a:srgbClr val="000000"/>
                              </a:solidFill>
                              <a:latin typeface="Cambria Math" panose="02040503050406030204" pitchFamily="18" charset="0"/>
                              <a:cs typeface="Times New Roman" panose="02020603050405020304" pitchFamily="18" charset="0"/>
                            </a:rPr>
                            <m:t>𝒓</m:t>
                          </m:r>
                        </m:sub>
                      </m:sSub>
                      <m:r>
                        <a:rPr lang="en-US" sz="2000" b="1" i="1">
                          <a:solidFill>
                            <a:srgbClr val="000000"/>
                          </a:solidFill>
                          <a:latin typeface="Cambria Math" panose="02040503050406030204" pitchFamily="18" charset="0"/>
                          <a:cs typeface="Times New Roman" panose="02020603050405020304" pitchFamily="18" charset="0"/>
                        </a:rPr>
                        <m:t> </m:t>
                      </m:r>
                    </m:oMath>
                  </a14:m>
                  <a:r>
                    <a:rPr lang="en-US" sz="2000" b="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sSub>
                        <m:sSubPr>
                          <m:ctrlPr>
                            <a:rPr lang="en-US" sz="2000" b="1" i="1" smtClean="0">
                              <a:solidFill>
                                <a:srgbClr val="000000"/>
                              </a:solidFill>
                              <a:latin typeface="Cambria Math" panose="02040503050406030204" pitchFamily="18" charset="0"/>
                              <a:cs typeface="Times New Roman" panose="02020603050405020304" pitchFamily="18" charset="0"/>
                            </a:rPr>
                          </m:ctrlPr>
                        </m:sSubPr>
                        <m:e>
                          <m:r>
                            <a:rPr lang="en-US" sz="2000" b="1" i="0" smtClean="0">
                              <a:solidFill>
                                <a:srgbClr val="000000"/>
                              </a:solidFill>
                              <a:latin typeface="Cambria Math" panose="02040503050406030204" pitchFamily="18" charset="0"/>
                              <a:cs typeface="Times New Roman" panose="02020603050405020304" pitchFamily="18" charset="0"/>
                            </a:rPr>
                            <m:t>𝐬</m:t>
                          </m:r>
                        </m:e>
                        <m:sub>
                          <m:r>
                            <a:rPr lang="en-US" sz="2000" b="1" i="0" smtClean="0">
                              <a:solidFill>
                                <a:srgbClr val="000000"/>
                              </a:solidFill>
                              <a:latin typeface="Cambria Math" panose="02040503050406030204" pitchFamily="18" charset="0"/>
                              <a:cs typeface="Times New Roman" panose="02020603050405020304" pitchFamily="18" charset="0"/>
                            </a:rPr>
                            <m:t>𝐥</m:t>
                          </m:r>
                        </m:sub>
                      </m:sSub>
                    </m:oMath>
                  </a14:m>
                  <a:r>
                    <a:rPr lang="en-US" sz="2000" b="1" dirty="0">
                      <a:solidFill>
                        <a:srgbClr val="000000"/>
                      </a:solidFill>
                      <a:latin typeface="Times New Roman" panose="02020603050405020304" pitchFamily="18" charset="0"/>
                      <a:cs typeface="Times New Roman" panose="02020603050405020304" pitchFamily="18" charset="0"/>
                    </a:rPr>
                    <a:t>,</a:t>
                  </a:r>
                  <a:r>
                    <a:rPr lang="en-US" sz="2000" b="1" dirty="0">
                      <a:solidFill>
                        <a:srgbClr val="000000"/>
                      </a:solidFill>
                      <a:cs typeface="Times New Roman" panose="02020603050405020304" pitchFamily="18" charset="0"/>
                    </a:rPr>
                    <a:t> </a:t>
                  </a:r>
                  <a14:m>
                    <m:oMath xmlns:m="http://schemas.openxmlformats.org/officeDocument/2006/math">
                      <m:sSub>
                        <m:sSubPr>
                          <m:ctrlPr>
                            <a:rPr lang="en-US" sz="2000" b="1" i="1">
                              <a:solidFill>
                                <a:srgbClr val="000000"/>
                              </a:solidFill>
                              <a:latin typeface="Cambria Math" panose="02040503050406030204" pitchFamily="18" charset="0"/>
                              <a:cs typeface="Times New Roman" panose="02020603050405020304" pitchFamily="18" charset="0"/>
                            </a:rPr>
                          </m:ctrlPr>
                        </m:sSubPr>
                        <m:e>
                          <m:r>
                            <a:rPr lang="en-US" sz="2000" b="1" i="0">
                              <a:solidFill>
                                <a:srgbClr val="000000"/>
                              </a:solidFill>
                              <a:latin typeface="Cambria Math" panose="02040503050406030204" pitchFamily="18" charset="0"/>
                              <a:cs typeface="Times New Roman" panose="02020603050405020304" pitchFamily="18" charset="0"/>
                            </a:rPr>
                            <m:t>𝐬</m:t>
                          </m:r>
                        </m:e>
                        <m:sub>
                          <m:r>
                            <a:rPr lang="en-US" sz="2000" b="1" i="0" smtClean="0">
                              <a:solidFill>
                                <a:srgbClr val="000000"/>
                              </a:solidFill>
                              <a:latin typeface="Cambria Math" panose="02040503050406030204" pitchFamily="18" charset="0"/>
                              <a:cs typeface="Times New Roman" panose="02020603050405020304" pitchFamily="18" charset="0"/>
                            </a:rPr>
                            <m:t>𝐠</m:t>
                          </m:r>
                        </m:sub>
                      </m:sSub>
                    </m:oMath>
                  </a14:m>
                  <a:r>
                    <a:rPr lang="en-US" sz="2000" b="1" dirty="0">
                      <a:solidFill>
                        <a:srgbClr val="000000"/>
                      </a:solidFill>
                      <a:latin typeface="Times New Roman" panose="02020603050405020304" pitchFamily="18" charset="0"/>
                      <a:cs typeface="Times New Roman" panose="02020603050405020304" pitchFamily="18" charset="0"/>
                    </a:rPr>
                    <a:t>)</a:t>
                  </a:r>
                </a:p>
              </p:txBody>
            </p:sp>
          </mc:Choice>
          <mc:Fallback xmlns="">
            <p:sp>
              <p:nvSpPr>
                <p:cNvPr id="105" name="Rectangle 104">
                  <a:extLst>
                    <a:ext uri="{FF2B5EF4-FFF2-40B4-BE49-F238E27FC236}">
                      <a16:creationId xmlns:a16="http://schemas.microsoft.com/office/drawing/2014/main" id="{005A2F85-CCBF-4FC6-99E7-6164E6C94F4E}"/>
                    </a:ext>
                  </a:extLst>
                </p:cNvPr>
                <p:cNvSpPr>
                  <a:spLocks noRot="1" noChangeAspect="1" noMove="1" noResize="1" noEditPoints="1" noAdjustHandles="1" noChangeArrowheads="1" noChangeShapeType="1" noTextEdit="1"/>
                </p:cNvSpPr>
                <p:nvPr/>
              </p:nvSpPr>
              <p:spPr>
                <a:xfrm>
                  <a:off x="7408179" y="26858761"/>
                  <a:ext cx="7304561" cy="1352614"/>
                </a:xfrm>
                <a:prstGeom prst="rect">
                  <a:avLst/>
                </a:prstGeom>
                <a:blipFill>
                  <a:blip r:embed="rId31"/>
                  <a:stretch>
                    <a:fillRect l="-834" t="-2703" b="-4955"/>
                  </a:stretch>
                </a:blipFill>
                <a:ln>
                  <a:no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Rectangle 111">
                  <a:extLst>
                    <a:ext uri="{FF2B5EF4-FFF2-40B4-BE49-F238E27FC236}">
                      <a16:creationId xmlns:a16="http://schemas.microsoft.com/office/drawing/2014/main" id="{05EC0224-FAF4-4639-B6C0-6C1C7AB447B1}"/>
                    </a:ext>
                  </a:extLst>
                </p:cNvPr>
                <p:cNvSpPr/>
                <p:nvPr/>
              </p:nvSpPr>
              <p:spPr>
                <a:xfrm>
                  <a:off x="7427843" y="25900555"/>
                  <a:ext cx="5645483" cy="766235"/>
                </a:xfrm>
                <a:prstGeom prst="rect">
                  <a:avLst/>
                </a:prstGeom>
                <a:ln>
                  <a:noFill/>
                  <a:prstDash val="dash"/>
                </a:ln>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Effective active area,  </a:t>
                  </a:r>
                  <a14:m>
                    <m:oMath xmlns:m="http://schemas.openxmlformats.org/officeDocument/2006/math">
                      <m:r>
                        <a:rPr lang="en-US" sz="2000" b="1" i="0" smtClean="0">
                          <a:solidFill>
                            <a:srgbClr val="000000"/>
                          </a:solidFill>
                          <a:latin typeface="Cambria Math" panose="02040503050406030204" pitchFamily="18" charset="0"/>
                        </a:rPr>
                        <m:t>𝐀</m:t>
                      </m:r>
                    </m:oMath>
                  </a14:m>
                  <a:r>
                    <a:rPr lang="en-US" sz="2000" b="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sSub>
                        <m:sSubPr>
                          <m:ctrlPr>
                            <a:rPr lang="en-US" sz="2000" b="1" i="1" smtClean="0">
                              <a:solidFill>
                                <a:srgbClr val="000000"/>
                              </a:solidFill>
                              <a:latin typeface="Cambria Math" panose="02040503050406030204" pitchFamily="18" charset="0"/>
                            </a:rPr>
                          </m:ctrlPr>
                        </m:sSubPr>
                        <m:e>
                          <m:r>
                            <a:rPr lang="en-US" sz="2000" b="1" i="0" smtClean="0">
                              <a:solidFill>
                                <a:srgbClr val="000000"/>
                              </a:solidFill>
                              <a:latin typeface="Cambria Math" panose="02040503050406030204" pitchFamily="18" charset="0"/>
                            </a:rPr>
                            <m:t>∅</m:t>
                          </m:r>
                        </m:e>
                        <m:sub>
                          <m:r>
                            <a:rPr lang="en-US" sz="2000" b="1" i="0" smtClean="0">
                              <a:solidFill>
                                <a:srgbClr val="000000"/>
                              </a:solidFill>
                              <a:latin typeface="Cambria Math" panose="02040503050406030204" pitchFamily="18" charset="0"/>
                            </a:rPr>
                            <m:t>𝐠𝐚𝐬</m:t>
                          </m:r>
                        </m:sub>
                      </m:sSub>
                      <m:r>
                        <a:rPr lang="en-US" sz="2000" b="1" i="0" smtClean="0">
                          <a:solidFill>
                            <a:srgbClr val="000000"/>
                          </a:solidFill>
                          <a:latin typeface="Cambria Math" panose="02040503050406030204" pitchFamily="18" charset="0"/>
                        </a:rPr>
                        <m:t>)</m:t>
                      </m:r>
                    </m:oMath>
                  </a14:m>
                  <a:endParaRPr lang="en-US" sz="2000" b="1" dirty="0">
                    <a:solidFill>
                      <a:srgbClr val="000000"/>
                    </a:solidFill>
                    <a:latin typeface="Times New Roman" panose="02020603050405020304" pitchFamily="18" charset="0"/>
                    <a:cs typeface="Times New Roman" panose="02020603050405020304" pitchFamily="18" charset="0"/>
                  </a:endParaRPr>
                </a:p>
                <a:p>
                  <a:r>
                    <a:rPr lang="en-US" sz="2000" b="1" dirty="0">
                      <a:solidFill>
                        <a:srgbClr val="000000"/>
                      </a:solidFill>
                      <a:latin typeface="Times New Roman" panose="02020603050405020304" pitchFamily="18" charset="0"/>
                      <a:cs typeface="Times New Roman" panose="02020603050405020304" pitchFamily="18" charset="0"/>
                    </a:rPr>
                    <a:t>KOH solution conductivity</a:t>
                  </a:r>
                  <a14:m>
                    <m:oMath xmlns:m="http://schemas.openxmlformats.org/officeDocument/2006/math">
                      <m:r>
                        <a:rPr lang="en-US" sz="2000" b="1" i="0">
                          <a:solidFill>
                            <a:srgbClr val="000000"/>
                          </a:solidFill>
                          <a:latin typeface="Cambria Math" panose="02040503050406030204" pitchFamily="18" charset="0"/>
                        </a:rPr>
                        <m:t>,</m:t>
                      </m:r>
                      <m:r>
                        <a:rPr lang="en-US" sz="2000" b="1" i="0" smtClean="0">
                          <a:solidFill>
                            <a:srgbClr val="000000"/>
                          </a:solidFill>
                          <a:latin typeface="Cambria Math" panose="02040503050406030204" pitchFamily="18" charset="0"/>
                        </a:rPr>
                        <m:t> </m:t>
                      </m:r>
                      <m:r>
                        <a:rPr lang="en-US" sz="2000" b="1" i="0" smtClean="0">
                          <a:solidFill>
                            <a:srgbClr val="000000"/>
                          </a:solidFill>
                          <a:latin typeface="Cambria Math" panose="02040503050406030204" pitchFamily="18" charset="0"/>
                        </a:rPr>
                        <m:t>𝛔</m:t>
                      </m:r>
                    </m:oMath>
                  </a14:m>
                  <a:r>
                    <a:rPr lang="en-US" sz="2000" b="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sSub>
                        <m:sSubPr>
                          <m:ctrlPr>
                            <a:rPr lang="en-US" sz="2000" b="1" i="1">
                              <a:solidFill>
                                <a:srgbClr val="000000"/>
                              </a:solidFill>
                              <a:latin typeface="Cambria Math" panose="02040503050406030204" pitchFamily="18" charset="0"/>
                            </a:rPr>
                          </m:ctrlPr>
                        </m:sSubPr>
                        <m:e>
                          <m:r>
                            <a:rPr lang="en-US" sz="2000" b="1" i="0">
                              <a:solidFill>
                                <a:srgbClr val="000000"/>
                              </a:solidFill>
                              <a:latin typeface="Cambria Math" panose="02040503050406030204" pitchFamily="18" charset="0"/>
                            </a:rPr>
                            <m:t>∅</m:t>
                          </m:r>
                        </m:e>
                        <m:sub>
                          <m:r>
                            <a:rPr lang="en-US" sz="2000" b="1" i="0">
                              <a:solidFill>
                                <a:srgbClr val="000000"/>
                              </a:solidFill>
                              <a:latin typeface="Cambria Math" panose="02040503050406030204" pitchFamily="18" charset="0"/>
                            </a:rPr>
                            <m:t>𝐠𝐚𝐬</m:t>
                          </m:r>
                        </m:sub>
                      </m:sSub>
                      <m:r>
                        <a:rPr lang="en-US" sz="2000" b="1" i="0">
                          <a:solidFill>
                            <a:srgbClr val="000000"/>
                          </a:solidFill>
                          <a:latin typeface="Cambria Math" panose="02040503050406030204" pitchFamily="18" charset="0"/>
                        </a:rPr>
                        <m:t>))</m:t>
                      </m:r>
                    </m:oMath>
                  </a14:m>
                  <a:endParaRPr lang="en-US" sz="2000" b="1"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112" name="Rectangle 111">
                  <a:extLst>
                    <a:ext uri="{FF2B5EF4-FFF2-40B4-BE49-F238E27FC236}">
                      <a16:creationId xmlns:a16="http://schemas.microsoft.com/office/drawing/2014/main" id="{05EC0224-FAF4-4639-B6C0-6C1C7AB447B1}"/>
                    </a:ext>
                  </a:extLst>
                </p:cNvPr>
                <p:cNvSpPr>
                  <a:spLocks noRot="1" noChangeAspect="1" noMove="1" noResize="1" noEditPoints="1" noAdjustHandles="1" noChangeArrowheads="1" noChangeShapeType="1" noTextEdit="1"/>
                </p:cNvSpPr>
                <p:nvPr/>
              </p:nvSpPr>
              <p:spPr>
                <a:xfrm>
                  <a:off x="7427843" y="25900555"/>
                  <a:ext cx="5645483" cy="766235"/>
                </a:xfrm>
                <a:prstGeom prst="rect">
                  <a:avLst/>
                </a:prstGeom>
                <a:blipFill>
                  <a:blip r:embed="rId32"/>
                  <a:stretch>
                    <a:fillRect l="-1079" t="-4800" b="-10400"/>
                  </a:stretch>
                </a:blipFill>
                <a:ln>
                  <a:noFill/>
                  <a:prstDash val="dash"/>
                </a:ln>
              </p:spPr>
              <p:txBody>
                <a:bodyPr/>
                <a:lstStyle/>
                <a:p>
                  <a:r>
                    <a:rPr lang="en-US">
                      <a:noFill/>
                    </a:rPr>
                    <a:t> </a:t>
                  </a:r>
                </a:p>
              </p:txBody>
            </p:sp>
          </mc:Fallback>
        </mc:AlternateContent>
        <p:pic>
          <p:nvPicPr>
            <p:cNvPr id="62" name="Picture 2" descr="Comsol Multiphysics 5.6.0.341 Full Version Free [GD]">
              <a:extLst>
                <a:ext uri="{FF2B5EF4-FFF2-40B4-BE49-F238E27FC236}">
                  <a16:creationId xmlns:a16="http://schemas.microsoft.com/office/drawing/2014/main" id="{4573D555-91AF-407B-A5B5-19F86CBD10D3}"/>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2335957" y="26155158"/>
              <a:ext cx="1516832" cy="85829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4" name="Picture 2" descr="Comsol Multiphysics 5.6.0.341 Full Version Free [GD]">
              <a:extLst>
                <a:ext uri="{FF2B5EF4-FFF2-40B4-BE49-F238E27FC236}">
                  <a16:creationId xmlns:a16="http://schemas.microsoft.com/office/drawing/2014/main" id="{E618B623-14FF-448A-BD4D-B02F51B414E7}"/>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5554688" y="26142496"/>
              <a:ext cx="1516832" cy="85829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5" name="Picture 2" descr="Comsol Multiphysics 5.6.0.341 Full Version Free [GD]">
              <a:extLst>
                <a:ext uri="{FF2B5EF4-FFF2-40B4-BE49-F238E27FC236}">
                  <a16:creationId xmlns:a16="http://schemas.microsoft.com/office/drawing/2014/main" id="{44EEAEB2-5776-4B7B-BC6C-17416A8ED60C}"/>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12231558" y="26128712"/>
              <a:ext cx="1516832" cy="85829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cxnSp>
          <p:nvCxnSpPr>
            <p:cNvPr id="76" name="Straight Arrow Connector 75">
              <a:extLst>
                <a:ext uri="{FF2B5EF4-FFF2-40B4-BE49-F238E27FC236}">
                  <a16:creationId xmlns:a16="http://schemas.microsoft.com/office/drawing/2014/main" id="{D3970BEC-BFF7-4714-96FD-2BE5BD6D8926}"/>
                </a:ext>
              </a:extLst>
            </p:cNvPr>
            <p:cNvCxnSpPr>
              <a:cxnSpLocks/>
              <a:stCxn id="74" idx="3"/>
            </p:cNvCxnSpPr>
            <p:nvPr/>
          </p:nvCxnSpPr>
          <p:spPr>
            <a:xfrm>
              <a:off x="7071520" y="26571644"/>
              <a:ext cx="5042899" cy="48915"/>
            </a:xfrm>
            <a:prstGeom prst="straightConnector1">
              <a:avLst/>
            </a:prstGeom>
            <a:ln w="12700" cmpd="sng">
              <a:solidFill>
                <a:srgbClr val="FF0000"/>
              </a:solidFill>
              <a:prstDash val="dashDot"/>
              <a:tailEnd type="triangle"/>
            </a:ln>
            <a:effectLst/>
          </p:spPr>
          <p:style>
            <a:lnRef idx="2">
              <a:schemeClr val="accent1"/>
            </a:lnRef>
            <a:fillRef idx="0">
              <a:schemeClr val="accent1"/>
            </a:fillRef>
            <a:effectRef idx="1">
              <a:schemeClr val="accent1"/>
            </a:effectRef>
            <a:fontRef idx="minor">
              <a:schemeClr val="tx1"/>
            </a:fontRef>
          </p:style>
        </p:cxnSp>
        <p:pic>
          <p:nvPicPr>
            <p:cNvPr id="22" name="Picture 21">
              <a:extLst>
                <a:ext uri="{FF2B5EF4-FFF2-40B4-BE49-F238E27FC236}">
                  <a16:creationId xmlns:a16="http://schemas.microsoft.com/office/drawing/2014/main" id="{1EF2C605-585E-4E61-AE18-03D283DCFD73}"/>
                </a:ext>
              </a:extLst>
            </p:cNvPr>
            <p:cNvPicPr>
              <a:picLocks noChangeAspect="1"/>
            </p:cNvPicPr>
            <p:nvPr/>
          </p:nvPicPr>
          <p:blipFill rotWithShape="1">
            <a:blip r:embed="rId34">
              <a:extLst>
                <a:ext uri="{28A0092B-C50C-407E-A947-70E740481C1C}">
                  <a14:useLocalDpi xmlns:a14="http://schemas.microsoft.com/office/drawing/2010/main"/>
                </a:ext>
              </a:extLst>
            </a:blip>
            <a:srcRect/>
            <a:stretch/>
          </p:blipFill>
          <p:spPr>
            <a:xfrm>
              <a:off x="2353230" y="27695150"/>
              <a:ext cx="2237765" cy="5135087"/>
            </a:xfrm>
            <a:prstGeom prst="rect">
              <a:avLst/>
            </a:prstGeom>
          </p:spPr>
        </p:pic>
        <p:pic>
          <p:nvPicPr>
            <p:cNvPr id="26" name="Picture 25">
              <a:extLst>
                <a:ext uri="{FF2B5EF4-FFF2-40B4-BE49-F238E27FC236}">
                  <a16:creationId xmlns:a16="http://schemas.microsoft.com/office/drawing/2014/main" id="{9B5F864E-1384-4722-B010-7E2066EDF06A}"/>
                </a:ext>
              </a:extLst>
            </p:cNvPr>
            <p:cNvPicPr>
              <a:picLocks noChangeAspect="1"/>
            </p:cNvPicPr>
            <p:nvPr/>
          </p:nvPicPr>
          <p:blipFill rotWithShape="1">
            <a:blip r:embed="rId35">
              <a:extLst>
                <a:ext uri="{28A0092B-C50C-407E-A947-70E740481C1C}">
                  <a14:useLocalDpi xmlns:a14="http://schemas.microsoft.com/office/drawing/2010/main"/>
                </a:ext>
              </a:extLst>
            </a:blip>
            <a:srcRect/>
            <a:stretch/>
          </p:blipFill>
          <p:spPr>
            <a:xfrm>
              <a:off x="4282970" y="27543521"/>
              <a:ext cx="1250276" cy="5260340"/>
            </a:xfrm>
            <a:prstGeom prst="rect">
              <a:avLst/>
            </a:prstGeom>
          </p:spPr>
        </p:pic>
        <p:pic>
          <p:nvPicPr>
            <p:cNvPr id="33" name="Picture 32" descr="Diagram&#10;&#10;Description automatically generated">
              <a:extLst>
                <a:ext uri="{FF2B5EF4-FFF2-40B4-BE49-F238E27FC236}">
                  <a16:creationId xmlns:a16="http://schemas.microsoft.com/office/drawing/2014/main" id="{4C74F6E2-1598-4A0B-89C2-1E9A3CA6424C}"/>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11034620" y="28242698"/>
              <a:ext cx="3514287" cy="4496782"/>
            </a:xfrm>
            <a:prstGeom prst="rect">
              <a:avLst/>
            </a:prstGeom>
          </p:spPr>
        </p:pic>
        <p:pic>
          <p:nvPicPr>
            <p:cNvPr id="11" name="Picture 10">
              <a:extLst>
                <a:ext uri="{FF2B5EF4-FFF2-40B4-BE49-F238E27FC236}">
                  <a16:creationId xmlns:a16="http://schemas.microsoft.com/office/drawing/2014/main" id="{DBB30A6E-DF6C-4955-8330-8FA262B28056}"/>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5438930" y="29666189"/>
              <a:ext cx="3899265" cy="2926679"/>
            </a:xfrm>
            <a:prstGeom prst="rect">
              <a:avLst/>
            </a:prstGeom>
          </p:spPr>
        </p:pic>
        <p:sp>
          <p:nvSpPr>
            <p:cNvPr id="97" name="TextBox 96">
              <a:extLst>
                <a:ext uri="{FF2B5EF4-FFF2-40B4-BE49-F238E27FC236}">
                  <a16:creationId xmlns:a16="http://schemas.microsoft.com/office/drawing/2014/main" id="{7413EAFE-347F-42E6-A8E2-8DA72FB4A30A}"/>
                </a:ext>
              </a:extLst>
            </p:cNvPr>
            <p:cNvSpPr txBox="1"/>
            <p:nvPr/>
          </p:nvSpPr>
          <p:spPr>
            <a:xfrm>
              <a:off x="6944567" y="32810871"/>
              <a:ext cx="2308822" cy="400110"/>
            </a:xfrm>
            <a:prstGeom prst="rect">
              <a:avLst/>
            </a:prstGeom>
            <a:noFill/>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Streamlines</a:t>
              </a:r>
              <a:endParaRPr lang="en-US" sz="2000" b="1" dirty="0"/>
            </a:p>
          </p:txBody>
        </p:sp>
        <p:pic>
          <p:nvPicPr>
            <p:cNvPr id="8" name="Picture 7">
              <a:extLst>
                <a:ext uri="{FF2B5EF4-FFF2-40B4-BE49-F238E27FC236}">
                  <a16:creationId xmlns:a16="http://schemas.microsoft.com/office/drawing/2014/main" id="{4EBD6D14-0F14-4999-A51A-D5030B3FC81D}"/>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rot="21202515">
              <a:off x="6816094" y="29787643"/>
              <a:ext cx="3995559" cy="2998955"/>
            </a:xfrm>
            <a:prstGeom prst="rect">
              <a:avLst/>
            </a:prstGeom>
          </p:spPr>
        </p:pic>
      </p:grpSp>
      <p:grpSp>
        <p:nvGrpSpPr>
          <p:cNvPr id="24" name="Group 23">
            <a:extLst>
              <a:ext uri="{FF2B5EF4-FFF2-40B4-BE49-F238E27FC236}">
                <a16:creationId xmlns:a16="http://schemas.microsoft.com/office/drawing/2014/main" id="{A827C189-142A-41C3-9BC9-E98164EA46BE}"/>
              </a:ext>
            </a:extLst>
          </p:cNvPr>
          <p:cNvGrpSpPr/>
          <p:nvPr/>
        </p:nvGrpSpPr>
        <p:grpSpPr>
          <a:xfrm>
            <a:off x="15523134" y="20840826"/>
            <a:ext cx="16547602" cy="5615271"/>
            <a:chOff x="16748471" y="21064154"/>
            <a:chExt cx="13779396" cy="5615271"/>
          </a:xfrm>
        </p:grpSpPr>
        <p:grpSp>
          <p:nvGrpSpPr>
            <p:cNvPr id="23" name="Group 22">
              <a:extLst>
                <a:ext uri="{FF2B5EF4-FFF2-40B4-BE49-F238E27FC236}">
                  <a16:creationId xmlns:a16="http://schemas.microsoft.com/office/drawing/2014/main" id="{F9731A0C-1E8A-4129-9E0B-1F0DB15693E7}"/>
                </a:ext>
              </a:extLst>
            </p:cNvPr>
            <p:cNvGrpSpPr/>
            <p:nvPr/>
          </p:nvGrpSpPr>
          <p:grpSpPr>
            <a:xfrm>
              <a:off x="16748471" y="21064154"/>
              <a:ext cx="10781298" cy="5365808"/>
              <a:chOff x="16748471" y="21064154"/>
              <a:chExt cx="10781298" cy="5365808"/>
            </a:xfrm>
          </p:grpSpPr>
          <p:sp>
            <p:nvSpPr>
              <p:cNvPr id="107" name="Rectangle 106">
                <a:extLst>
                  <a:ext uri="{FF2B5EF4-FFF2-40B4-BE49-F238E27FC236}">
                    <a16:creationId xmlns:a16="http://schemas.microsoft.com/office/drawing/2014/main" id="{49D12EFB-AD42-444D-A6F1-1072941070B9}"/>
                  </a:ext>
                </a:extLst>
              </p:cNvPr>
              <p:cNvSpPr/>
              <p:nvPr/>
            </p:nvSpPr>
            <p:spPr>
              <a:xfrm>
                <a:off x="17728304" y="21088969"/>
                <a:ext cx="4348086" cy="4934306"/>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08" name="Rectangle 107">
                <a:extLst>
                  <a:ext uri="{FF2B5EF4-FFF2-40B4-BE49-F238E27FC236}">
                    <a16:creationId xmlns:a16="http://schemas.microsoft.com/office/drawing/2014/main" id="{46084F4D-93A7-44B6-82B4-901632F9C9CF}"/>
                  </a:ext>
                </a:extLst>
              </p:cNvPr>
              <p:cNvSpPr/>
              <p:nvPr/>
            </p:nvSpPr>
            <p:spPr>
              <a:xfrm>
                <a:off x="22076389" y="21093629"/>
                <a:ext cx="113396" cy="4934306"/>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09" name="Rectangle 108">
                <a:extLst>
                  <a:ext uri="{FF2B5EF4-FFF2-40B4-BE49-F238E27FC236}">
                    <a16:creationId xmlns:a16="http://schemas.microsoft.com/office/drawing/2014/main" id="{FD6BE8D4-5294-4B28-920F-3C13203EED91}"/>
                  </a:ext>
                </a:extLst>
              </p:cNvPr>
              <p:cNvSpPr/>
              <p:nvPr/>
            </p:nvSpPr>
            <p:spPr>
              <a:xfrm>
                <a:off x="22626332" y="21095761"/>
                <a:ext cx="4363985" cy="4934306"/>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110" name="Rectangle 109">
                <a:extLst>
                  <a:ext uri="{FF2B5EF4-FFF2-40B4-BE49-F238E27FC236}">
                    <a16:creationId xmlns:a16="http://schemas.microsoft.com/office/drawing/2014/main" id="{C8DBD02F-1699-4CD6-8A29-16965EF8FB15}"/>
                  </a:ext>
                </a:extLst>
              </p:cNvPr>
              <p:cNvSpPr/>
              <p:nvPr/>
            </p:nvSpPr>
            <p:spPr>
              <a:xfrm>
                <a:off x="22512936" y="21093629"/>
                <a:ext cx="113396" cy="4934306"/>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11" name="Rectangle 110">
                <a:extLst>
                  <a:ext uri="{FF2B5EF4-FFF2-40B4-BE49-F238E27FC236}">
                    <a16:creationId xmlns:a16="http://schemas.microsoft.com/office/drawing/2014/main" id="{3FDA3490-4A98-464D-BAB8-BA28695C368A}"/>
                  </a:ext>
                </a:extLst>
              </p:cNvPr>
              <p:cNvSpPr/>
              <p:nvPr/>
            </p:nvSpPr>
            <p:spPr>
              <a:xfrm>
                <a:off x="22189782" y="21095761"/>
                <a:ext cx="323153" cy="4931502"/>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pic>
            <p:nvPicPr>
              <p:cNvPr id="113" name="Picture 112">
                <a:extLst>
                  <a:ext uri="{FF2B5EF4-FFF2-40B4-BE49-F238E27FC236}">
                    <a16:creationId xmlns:a16="http://schemas.microsoft.com/office/drawing/2014/main" id="{F3FE8C75-91A7-45C0-94B2-D6F13945CE94}"/>
                  </a:ext>
                </a:extLst>
              </p:cNvPr>
              <p:cNvPicPr>
                <a:picLocks noChangeAspect="1"/>
              </p:cNvPicPr>
              <p:nvPr/>
            </p:nvPicPr>
            <p:blipFill rotWithShape="1">
              <a:blip r:embed="rId39" cstate="email">
                <a:extLst>
                  <a:ext uri="{BEBA8EAE-BF5A-486C-A8C5-ECC9F3942E4B}">
                    <a14:imgProps xmlns:a14="http://schemas.microsoft.com/office/drawing/2010/main">
                      <a14:imgLayer r:embed="rId40">
                        <a14:imgEffect>
                          <a14:sharpenSoften amount="50000"/>
                        </a14:imgEffect>
                      </a14:imgLayer>
                    </a14:imgProps>
                  </a:ext>
                  <a:ext uri="{28A0092B-C50C-407E-A947-70E740481C1C}">
                    <a14:useLocalDpi xmlns:a14="http://schemas.microsoft.com/office/drawing/2010/main"/>
                  </a:ext>
                </a:extLst>
              </a:blip>
              <a:srcRect/>
              <a:stretch/>
            </p:blipFill>
            <p:spPr>
              <a:xfrm>
                <a:off x="17689145" y="21064154"/>
                <a:ext cx="9362669" cy="5008484"/>
              </a:xfrm>
              <a:prstGeom prst="rect">
                <a:avLst/>
              </a:prstGeom>
            </p:spPr>
          </p:pic>
          <p:pic>
            <p:nvPicPr>
              <p:cNvPr id="114" name="Picture 113">
                <a:extLst>
                  <a:ext uri="{FF2B5EF4-FFF2-40B4-BE49-F238E27FC236}">
                    <a16:creationId xmlns:a16="http://schemas.microsoft.com/office/drawing/2014/main" id="{1C623724-CEBA-446A-996F-01C2CBEA6E6F}"/>
                  </a:ext>
                </a:extLst>
              </p:cNvPr>
              <p:cNvPicPr>
                <a:picLocks noChangeAspect="1"/>
              </p:cNvPicPr>
              <p:nvPr/>
            </p:nvPicPr>
            <p:blipFill rotWithShape="1">
              <a:blip r:embed="rId41" cstate="email">
                <a:extLst>
                  <a:ext uri="{BEBA8EAE-BF5A-486C-A8C5-ECC9F3942E4B}">
                    <a14:imgProps xmlns:a14="http://schemas.microsoft.com/office/drawing/2010/main">
                      <a14:imgLayer r:embed="rId42">
                        <a14:imgEffect>
                          <a14:sharpenSoften amount="50000"/>
                        </a14:imgEffect>
                      </a14:imgLayer>
                    </a14:imgProps>
                  </a:ext>
                  <a:ext uri="{28A0092B-C50C-407E-A947-70E740481C1C}">
                    <a14:useLocalDpi xmlns:a14="http://schemas.microsoft.com/office/drawing/2010/main"/>
                  </a:ext>
                </a:extLst>
              </a:blip>
              <a:srcRect/>
              <a:stretch/>
            </p:blipFill>
            <p:spPr>
              <a:xfrm>
                <a:off x="20630597" y="21631115"/>
                <a:ext cx="1085107" cy="1721146"/>
              </a:xfrm>
              <a:prstGeom prst="rect">
                <a:avLst/>
              </a:prstGeom>
              <a:ln w="6350">
                <a:solidFill>
                  <a:srgbClr val="0070C0"/>
                </a:solidFill>
                <a:prstDash val="dash"/>
              </a:ln>
            </p:spPr>
          </p:pic>
          <p:sp>
            <p:nvSpPr>
              <p:cNvPr id="115" name="Rectangle 114">
                <a:extLst>
                  <a:ext uri="{FF2B5EF4-FFF2-40B4-BE49-F238E27FC236}">
                    <a16:creationId xmlns:a16="http://schemas.microsoft.com/office/drawing/2014/main" id="{42F13BE2-843F-44A0-BF0D-614D184FE25A}"/>
                  </a:ext>
                </a:extLst>
              </p:cNvPr>
              <p:cNvSpPr/>
              <p:nvPr/>
            </p:nvSpPr>
            <p:spPr>
              <a:xfrm>
                <a:off x="22066940" y="25285926"/>
                <a:ext cx="275198" cy="623226"/>
              </a:xfrm>
              <a:prstGeom prst="rect">
                <a:avLst/>
              </a:prstGeom>
              <a:noFill/>
              <a:ln w="63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7" name="Straight Connector 116">
                <a:extLst>
                  <a:ext uri="{FF2B5EF4-FFF2-40B4-BE49-F238E27FC236}">
                    <a16:creationId xmlns:a16="http://schemas.microsoft.com/office/drawing/2014/main" id="{16AAFF62-5EDD-436C-8C14-730D85065FF4}"/>
                  </a:ext>
                </a:extLst>
              </p:cNvPr>
              <p:cNvCxnSpPr>
                <a:cxnSpLocks/>
              </p:cNvCxnSpPr>
              <p:nvPr/>
            </p:nvCxnSpPr>
            <p:spPr>
              <a:xfrm flipH="1" flipV="1">
                <a:off x="21715704" y="23352261"/>
                <a:ext cx="332323" cy="1986082"/>
              </a:xfrm>
              <a:prstGeom prst="line">
                <a:avLst/>
              </a:prstGeom>
              <a:ln w="6350">
                <a:solidFill>
                  <a:srgbClr val="0070C0"/>
                </a:solidFill>
                <a:prstDash val="dash"/>
              </a:ln>
            </p:spPr>
            <p:style>
              <a:lnRef idx="1">
                <a:schemeClr val="accent1"/>
              </a:lnRef>
              <a:fillRef idx="0">
                <a:schemeClr val="accent1"/>
              </a:fillRef>
              <a:effectRef idx="0">
                <a:schemeClr val="accent1"/>
              </a:effectRef>
              <a:fontRef idx="minor">
                <a:schemeClr val="tx1"/>
              </a:fontRef>
            </p:style>
          </p:cxnSp>
          <p:pic>
            <p:nvPicPr>
              <p:cNvPr id="118" name="Picture 117">
                <a:extLst>
                  <a:ext uri="{FF2B5EF4-FFF2-40B4-BE49-F238E27FC236}">
                    <a16:creationId xmlns:a16="http://schemas.microsoft.com/office/drawing/2014/main" id="{8C296D99-9856-4FD4-9566-D3D7F58BBFDA}"/>
                  </a:ext>
                </a:extLst>
              </p:cNvPr>
              <p:cNvPicPr>
                <a:picLocks noChangeAspect="1"/>
              </p:cNvPicPr>
              <p:nvPr/>
            </p:nvPicPr>
            <p:blipFill rotWithShape="1">
              <a:blip r:embed="rId43" cstate="email">
                <a:extLst>
                  <a:ext uri="{BEBA8EAE-BF5A-486C-A8C5-ECC9F3942E4B}">
                    <a14:imgProps xmlns:a14="http://schemas.microsoft.com/office/drawing/2010/main">
                      <a14:imgLayer r:embed="rId44">
                        <a14:imgEffect>
                          <a14:sharpenSoften amount="50000"/>
                        </a14:imgEffect>
                      </a14:imgLayer>
                    </a14:imgProps>
                  </a:ext>
                  <a:ext uri="{28A0092B-C50C-407E-A947-70E740481C1C}">
                    <a14:useLocalDpi xmlns:a14="http://schemas.microsoft.com/office/drawing/2010/main"/>
                  </a:ext>
                </a:extLst>
              </a:blip>
              <a:srcRect/>
              <a:stretch/>
            </p:blipFill>
            <p:spPr>
              <a:xfrm>
                <a:off x="23273300" y="21631115"/>
                <a:ext cx="1129226" cy="1753399"/>
              </a:xfrm>
              <a:prstGeom prst="rect">
                <a:avLst/>
              </a:prstGeom>
              <a:ln w="6350">
                <a:solidFill>
                  <a:srgbClr val="0070C0"/>
                </a:solidFill>
                <a:prstDash val="dash"/>
              </a:ln>
            </p:spPr>
          </p:pic>
          <p:sp>
            <p:nvSpPr>
              <p:cNvPr id="121" name="Rectangle 120">
                <a:extLst>
                  <a:ext uri="{FF2B5EF4-FFF2-40B4-BE49-F238E27FC236}">
                    <a16:creationId xmlns:a16="http://schemas.microsoft.com/office/drawing/2014/main" id="{E0061A7D-55EA-461E-9001-A87B9B76B449}"/>
                  </a:ext>
                </a:extLst>
              </p:cNvPr>
              <p:cNvSpPr/>
              <p:nvPr/>
            </p:nvSpPr>
            <p:spPr>
              <a:xfrm>
                <a:off x="22502860" y="21246932"/>
                <a:ext cx="159409" cy="2847354"/>
              </a:xfrm>
              <a:prstGeom prst="rect">
                <a:avLst/>
              </a:prstGeom>
              <a:noFill/>
              <a:ln w="63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Connector 121">
                <a:extLst>
                  <a:ext uri="{FF2B5EF4-FFF2-40B4-BE49-F238E27FC236}">
                    <a16:creationId xmlns:a16="http://schemas.microsoft.com/office/drawing/2014/main" id="{796520B9-6C95-41A4-BCAB-F6585A67436F}"/>
                  </a:ext>
                </a:extLst>
              </p:cNvPr>
              <p:cNvCxnSpPr>
                <a:cxnSpLocks/>
                <a:endCxn id="121" idx="2"/>
              </p:cNvCxnSpPr>
              <p:nvPr/>
            </p:nvCxnSpPr>
            <p:spPr>
              <a:xfrm flipH="1">
                <a:off x="22582565" y="23409576"/>
                <a:ext cx="690735" cy="684710"/>
              </a:xfrm>
              <a:prstGeom prst="line">
                <a:avLst/>
              </a:prstGeom>
              <a:ln w="635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73051031-67F5-4318-A41E-6429283D906B}"/>
                  </a:ext>
                </a:extLst>
              </p:cNvPr>
              <p:cNvSpPr txBox="1"/>
              <p:nvPr/>
            </p:nvSpPr>
            <p:spPr>
              <a:xfrm>
                <a:off x="17810161" y="26038972"/>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0</a:t>
                </a:r>
                <a:endParaRPr lang="en-US" dirty="0"/>
              </a:p>
            </p:txBody>
          </p:sp>
          <p:sp>
            <p:nvSpPr>
              <p:cNvPr id="106" name="TextBox 105">
                <a:extLst>
                  <a:ext uri="{FF2B5EF4-FFF2-40B4-BE49-F238E27FC236}">
                    <a16:creationId xmlns:a16="http://schemas.microsoft.com/office/drawing/2014/main" id="{4ED8A7E8-0045-4354-B493-AF79FD0B59C5}"/>
                  </a:ext>
                </a:extLst>
              </p:cNvPr>
              <p:cNvSpPr txBox="1"/>
              <p:nvPr/>
            </p:nvSpPr>
            <p:spPr>
              <a:xfrm>
                <a:off x="19032379" y="26038972"/>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500</a:t>
                </a:r>
                <a:endParaRPr lang="en-US" dirty="0"/>
              </a:p>
            </p:txBody>
          </p:sp>
          <p:sp>
            <p:nvSpPr>
              <p:cNvPr id="140" name="TextBox 139">
                <a:extLst>
                  <a:ext uri="{FF2B5EF4-FFF2-40B4-BE49-F238E27FC236}">
                    <a16:creationId xmlns:a16="http://schemas.microsoft.com/office/drawing/2014/main" id="{6986BE4E-39F1-4691-BBC3-4EBB440803A9}"/>
                  </a:ext>
                </a:extLst>
              </p:cNvPr>
              <p:cNvSpPr txBox="1"/>
              <p:nvPr/>
            </p:nvSpPr>
            <p:spPr>
              <a:xfrm>
                <a:off x="20336898" y="26032733"/>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1000</a:t>
                </a:r>
                <a:endParaRPr lang="en-US" dirty="0"/>
              </a:p>
            </p:txBody>
          </p:sp>
          <p:sp>
            <p:nvSpPr>
              <p:cNvPr id="143" name="TextBox 142">
                <a:extLst>
                  <a:ext uri="{FF2B5EF4-FFF2-40B4-BE49-F238E27FC236}">
                    <a16:creationId xmlns:a16="http://schemas.microsoft.com/office/drawing/2014/main" id="{C51F98B8-D84F-485F-B8F3-F5F6ADD40271}"/>
                  </a:ext>
                </a:extLst>
              </p:cNvPr>
              <p:cNvSpPr txBox="1"/>
              <p:nvPr/>
            </p:nvSpPr>
            <p:spPr>
              <a:xfrm>
                <a:off x="21632636" y="26038972"/>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1500</a:t>
                </a:r>
                <a:endParaRPr lang="en-US" dirty="0"/>
              </a:p>
            </p:txBody>
          </p:sp>
          <p:sp>
            <p:nvSpPr>
              <p:cNvPr id="144" name="TextBox 143">
                <a:extLst>
                  <a:ext uri="{FF2B5EF4-FFF2-40B4-BE49-F238E27FC236}">
                    <a16:creationId xmlns:a16="http://schemas.microsoft.com/office/drawing/2014/main" id="{80C3539F-4B44-4380-8644-0B8A6C2AA53C}"/>
                  </a:ext>
                </a:extLst>
              </p:cNvPr>
              <p:cNvSpPr txBox="1"/>
              <p:nvPr/>
            </p:nvSpPr>
            <p:spPr>
              <a:xfrm>
                <a:off x="23069190" y="26055129"/>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2000</a:t>
                </a:r>
                <a:endParaRPr lang="en-US" dirty="0"/>
              </a:p>
            </p:txBody>
          </p:sp>
          <p:sp>
            <p:nvSpPr>
              <p:cNvPr id="146" name="TextBox 145">
                <a:extLst>
                  <a:ext uri="{FF2B5EF4-FFF2-40B4-BE49-F238E27FC236}">
                    <a16:creationId xmlns:a16="http://schemas.microsoft.com/office/drawing/2014/main" id="{4E88B4EC-59BF-4ECA-B690-21031629638D}"/>
                  </a:ext>
                </a:extLst>
              </p:cNvPr>
              <p:cNvSpPr txBox="1"/>
              <p:nvPr/>
            </p:nvSpPr>
            <p:spPr>
              <a:xfrm>
                <a:off x="24304176" y="26057468"/>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2500</a:t>
                </a:r>
                <a:endParaRPr lang="en-US" dirty="0"/>
              </a:p>
            </p:txBody>
          </p:sp>
          <p:sp>
            <p:nvSpPr>
              <p:cNvPr id="147" name="TextBox 146">
                <a:extLst>
                  <a:ext uri="{FF2B5EF4-FFF2-40B4-BE49-F238E27FC236}">
                    <a16:creationId xmlns:a16="http://schemas.microsoft.com/office/drawing/2014/main" id="{48AE9690-809B-4CD6-9BF9-CF49064FB81B}"/>
                  </a:ext>
                </a:extLst>
              </p:cNvPr>
              <p:cNvSpPr txBox="1"/>
              <p:nvPr/>
            </p:nvSpPr>
            <p:spPr>
              <a:xfrm>
                <a:off x="25684615" y="26060630"/>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3000</a:t>
                </a:r>
                <a:endParaRPr lang="en-US" dirty="0"/>
              </a:p>
            </p:txBody>
          </p:sp>
          <p:sp>
            <p:nvSpPr>
              <p:cNvPr id="151" name="TextBox 150">
                <a:extLst>
                  <a:ext uri="{FF2B5EF4-FFF2-40B4-BE49-F238E27FC236}">
                    <a16:creationId xmlns:a16="http://schemas.microsoft.com/office/drawing/2014/main" id="{E0279E97-7416-465A-94F1-5E3B440B63EF}"/>
                  </a:ext>
                </a:extLst>
              </p:cNvPr>
              <p:cNvSpPr txBox="1"/>
              <p:nvPr/>
            </p:nvSpPr>
            <p:spPr>
              <a:xfrm>
                <a:off x="26677468" y="26045367"/>
                <a:ext cx="852301"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3500</a:t>
                </a:r>
                <a:endParaRPr lang="en-US" dirty="0"/>
              </a:p>
            </p:txBody>
          </p:sp>
          <p:sp>
            <p:nvSpPr>
              <p:cNvPr id="162" name="TextBox 161">
                <a:extLst>
                  <a:ext uri="{FF2B5EF4-FFF2-40B4-BE49-F238E27FC236}">
                    <a16:creationId xmlns:a16="http://schemas.microsoft.com/office/drawing/2014/main" id="{69F4CA50-45FA-4834-895B-9EA7DB6AF412}"/>
                  </a:ext>
                </a:extLst>
              </p:cNvPr>
              <p:cNvSpPr txBox="1"/>
              <p:nvPr/>
            </p:nvSpPr>
            <p:spPr>
              <a:xfrm rot="16200000">
                <a:off x="15559978" y="23300894"/>
                <a:ext cx="2752537" cy="375552"/>
              </a:xfrm>
              <a:prstGeom prst="rect">
                <a:avLst/>
              </a:prstGeom>
              <a:noFill/>
            </p:spPr>
            <p:txBody>
              <a:bodyPr wrap="square">
                <a:spAutoFit/>
              </a:bodyPr>
              <a:lstStyle/>
              <a:p>
                <a:r>
                  <a:rPr lang="en-US" sz="1800" b="1" dirty="0">
                    <a:solidFill>
                      <a:schemeClr val="tx1"/>
                    </a:solidFill>
                    <a:latin typeface="Times New Roman" panose="02020603050405020304" pitchFamily="18" charset="0"/>
                    <a:cs typeface="Times New Roman" panose="02020603050405020304" pitchFamily="18" charset="0"/>
                  </a:rPr>
                  <a:t>Electrolyte potential [mV</a:t>
                </a:r>
                <a:r>
                  <a:rPr lang="en-US" dirty="0"/>
                  <a:t>]</a:t>
                </a:r>
              </a:p>
            </p:txBody>
          </p:sp>
          <p:sp>
            <p:nvSpPr>
              <p:cNvPr id="163" name="TextBox 162">
                <a:extLst>
                  <a:ext uri="{FF2B5EF4-FFF2-40B4-BE49-F238E27FC236}">
                    <a16:creationId xmlns:a16="http://schemas.microsoft.com/office/drawing/2014/main" id="{8AD4B2CA-4F92-4CE5-8534-F08CE276252B}"/>
                  </a:ext>
                </a:extLst>
              </p:cNvPr>
              <p:cNvSpPr txBox="1"/>
              <p:nvPr/>
            </p:nvSpPr>
            <p:spPr>
              <a:xfrm>
                <a:off x="17205758" y="25592505"/>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500</a:t>
                </a:r>
                <a:endParaRPr lang="en-US" dirty="0"/>
              </a:p>
            </p:txBody>
          </p:sp>
          <p:sp>
            <p:nvSpPr>
              <p:cNvPr id="164" name="TextBox 163">
                <a:extLst>
                  <a:ext uri="{FF2B5EF4-FFF2-40B4-BE49-F238E27FC236}">
                    <a16:creationId xmlns:a16="http://schemas.microsoft.com/office/drawing/2014/main" id="{AA50720E-01AE-4611-98B4-4D20C6495CC7}"/>
                  </a:ext>
                </a:extLst>
              </p:cNvPr>
              <p:cNvSpPr txBox="1"/>
              <p:nvPr/>
            </p:nvSpPr>
            <p:spPr>
              <a:xfrm>
                <a:off x="17215606" y="24880733"/>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600</a:t>
                </a:r>
                <a:endParaRPr lang="en-US" dirty="0"/>
              </a:p>
            </p:txBody>
          </p:sp>
          <p:sp>
            <p:nvSpPr>
              <p:cNvPr id="165" name="TextBox 164">
                <a:extLst>
                  <a:ext uri="{FF2B5EF4-FFF2-40B4-BE49-F238E27FC236}">
                    <a16:creationId xmlns:a16="http://schemas.microsoft.com/office/drawing/2014/main" id="{98738638-0BCF-4E59-8D2D-2D5FA6545074}"/>
                  </a:ext>
                </a:extLst>
              </p:cNvPr>
              <p:cNvSpPr txBox="1"/>
              <p:nvPr/>
            </p:nvSpPr>
            <p:spPr>
              <a:xfrm>
                <a:off x="17224828" y="24193945"/>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700</a:t>
                </a:r>
                <a:endParaRPr lang="en-US" dirty="0"/>
              </a:p>
            </p:txBody>
          </p:sp>
          <p:sp>
            <p:nvSpPr>
              <p:cNvPr id="166" name="TextBox 165">
                <a:extLst>
                  <a:ext uri="{FF2B5EF4-FFF2-40B4-BE49-F238E27FC236}">
                    <a16:creationId xmlns:a16="http://schemas.microsoft.com/office/drawing/2014/main" id="{E1605B62-9247-4B8E-B683-B336588A948E}"/>
                  </a:ext>
                </a:extLst>
              </p:cNvPr>
              <p:cNvSpPr txBox="1"/>
              <p:nvPr/>
            </p:nvSpPr>
            <p:spPr>
              <a:xfrm>
                <a:off x="17215606" y="23507157"/>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800</a:t>
                </a:r>
                <a:endParaRPr lang="en-US" dirty="0"/>
              </a:p>
            </p:txBody>
          </p:sp>
          <p:sp>
            <p:nvSpPr>
              <p:cNvPr id="167" name="TextBox 166">
                <a:extLst>
                  <a:ext uri="{FF2B5EF4-FFF2-40B4-BE49-F238E27FC236}">
                    <a16:creationId xmlns:a16="http://schemas.microsoft.com/office/drawing/2014/main" id="{87CDC047-78F0-45B1-AFE2-DE216D3FCBE6}"/>
                  </a:ext>
                </a:extLst>
              </p:cNvPr>
              <p:cNvSpPr txBox="1"/>
              <p:nvPr/>
            </p:nvSpPr>
            <p:spPr>
              <a:xfrm>
                <a:off x="17196274" y="22808268"/>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900</a:t>
                </a:r>
                <a:endParaRPr lang="en-US" dirty="0"/>
              </a:p>
            </p:txBody>
          </p:sp>
          <p:sp>
            <p:nvSpPr>
              <p:cNvPr id="168" name="TextBox 167">
                <a:extLst>
                  <a:ext uri="{FF2B5EF4-FFF2-40B4-BE49-F238E27FC236}">
                    <a16:creationId xmlns:a16="http://schemas.microsoft.com/office/drawing/2014/main" id="{F0C33301-EA40-4C75-AC37-79E23EFA6057}"/>
                  </a:ext>
                </a:extLst>
              </p:cNvPr>
              <p:cNvSpPr txBox="1"/>
              <p:nvPr/>
            </p:nvSpPr>
            <p:spPr>
              <a:xfrm>
                <a:off x="17102262" y="22124951"/>
                <a:ext cx="658225"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1000</a:t>
                </a:r>
                <a:endParaRPr lang="en-US" dirty="0"/>
              </a:p>
            </p:txBody>
          </p:sp>
          <p:sp>
            <p:nvSpPr>
              <p:cNvPr id="169" name="TextBox 168">
                <a:extLst>
                  <a:ext uri="{FF2B5EF4-FFF2-40B4-BE49-F238E27FC236}">
                    <a16:creationId xmlns:a16="http://schemas.microsoft.com/office/drawing/2014/main" id="{63579950-B4F8-44DC-9242-B573D4CB6923}"/>
                  </a:ext>
                </a:extLst>
              </p:cNvPr>
              <p:cNvSpPr txBox="1"/>
              <p:nvPr/>
            </p:nvSpPr>
            <p:spPr>
              <a:xfrm>
                <a:off x="17102261" y="21429759"/>
                <a:ext cx="658225"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1100</a:t>
                </a:r>
                <a:endParaRPr lang="en-US" dirty="0"/>
              </a:p>
            </p:txBody>
          </p:sp>
          <p:sp>
            <p:nvSpPr>
              <p:cNvPr id="21" name="Rectangle 20">
                <a:extLst>
                  <a:ext uri="{FF2B5EF4-FFF2-40B4-BE49-F238E27FC236}">
                    <a16:creationId xmlns:a16="http://schemas.microsoft.com/office/drawing/2014/main" id="{1C89D068-A0BB-4018-B0A4-890015238BA4}"/>
                  </a:ext>
                </a:extLst>
              </p:cNvPr>
              <p:cNvSpPr/>
              <p:nvPr/>
            </p:nvSpPr>
            <p:spPr>
              <a:xfrm>
                <a:off x="17869706" y="21169953"/>
                <a:ext cx="2104908" cy="7910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dirty="0" err="1"/>
              </a:p>
            </p:txBody>
          </p: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D83059E9-A617-48FF-AA2F-01825BCC66BF}"/>
                      </a:ext>
                    </a:extLst>
                  </p:cNvPr>
                  <p:cNvSpPr txBox="1"/>
                  <p:nvPr/>
                </p:nvSpPr>
                <p:spPr>
                  <a:xfrm>
                    <a:off x="18332334" y="21163276"/>
                    <a:ext cx="2573349" cy="66999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1602 </a:t>
                    </a:r>
                    <a:r>
                      <a:rPr lang="en-US" sz="1800" b="1" dirty="0">
                        <a:solidFill>
                          <a:schemeClr val="tx1"/>
                        </a:solidFill>
                        <a:latin typeface="Times New Roman" panose="02020603050405020304" pitchFamily="18" charset="0"/>
                        <a:cs typeface="Times New Roman" panose="02020603050405020304" pitchFamily="18" charset="0"/>
                      </a:rPr>
                      <a:t>[mA/</a:t>
                    </a:r>
                    <a14:m>
                      <m:oMath xmlns:m="http://schemas.openxmlformats.org/officeDocument/2006/math">
                        <m:sSup>
                          <m:sSupPr>
                            <m:ctrlPr>
                              <a:rPr lang="en-US" b="1" i="1">
                                <a:latin typeface="Cambria Math" panose="02040503050406030204" pitchFamily="18" charset="0"/>
                                <a:cs typeface="Times New Roman" panose="02020603050405020304" pitchFamily="18" charset="0"/>
                              </a:rPr>
                            </m:ctrlPr>
                          </m:sSupPr>
                          <m:e>
                            <m:r>
                              <a:rPr lang="en-US" b="1" i="0" smtClean="0">
                                <a:latin typeface="Cambria Math" panose="02040503050406030204" pitchFamily="18" charset="0"/>
                                <a:cs typeface="Times New Roman" panose="02020603050405020304" pitchFamily="18" charset="0"/>
                              </a:rPr>
                              <m:t>𝐜𝐦</m:t>
                            </m:r>
                          </m:e>
                          <m:sup>
                            <m:r>
                              <a:rPr lang="en-US" b="1" i="1" smtClean="0">
                                <a:latin typeface="Cambria Math" panose="02040503050406030204" pitchFamily="18" charset="0"/>
                                <a:cs typeface="Times New Roman" panose="02020603050405020304" pitchFamily="18" charset="0"/>
                              </a:rPr>
                              <m:t>𝟐</m:t>
                            </m:r>
                          </m:sup>
                        </m:sSup>
                      </m:oMath>
                    </a14:m>
                    <a:r>
                      <a:rPr lang="en-US" dirty="0"/>
                      <a:t>]</a:t>
                    </a:r>
                  </a:p>
                  <a:p>
                    <a:r>
                      <a:rPr lang="en-US" sz="1800" b="1" dirty="0">
                        <a:latin typeface="Times New Roman" panose="02020603050405020304" pitchFamily="18" charset="0"/>
                        <a:cs typeface="Times New Roman" panose="02020603050405020304" pitchFamily="18" charset="0"/>
                      </a:rPr>
                      <a:t> </a:t>
                    </a:r>
                    <a:endParaRPr lang="en-US" dirty="0"/>
                  </a:p>
                </p:txBody>
              </p:sp>
            </mc:Choice>
            <mc:Fallback xmlns="">
              <p:sp>
                <p:nvSpPr>
                  <p:cNvPr id="174" name="TextBox 173">
                    <a:extLst>
                      <a:ext uri="{FF2B5EF4-FFF2-40B4-BE49-F238E27FC236}">
                        <a16:creationId xmlns:a16="http://schemas.microsoft.com/office/drawing/2014/main" id="{D83059E9-A617-48FF-AA2F-01825BCC66BF}"/>
                      </a:ext>
                    </a:extLst>
                  </p:cNvPr>
                  <p:cNvSpPr txBox="1">
                    <a:spLocks noRot="1" noChangeAspect="1" noMove="1" noResize="1" noEditPoints="1" noAdjustHandles="1" noChangeArrowheads="1" noChangeShapeType="1" noTextEdit="1"/>
                  </p:cNvSpPr>
                  <p:nvPr/>
                </p:nvSpPr>
                <p:spPr>
                  <a:xfrm>
                    <a:off x="18332334" y="21163276"/>
                    <a:ext cx="2573349" cy="669992"/>
                  </a:xfrm>
                  <a:prstGeom prst="rect">
                    <a:avLst/>
                  </a:prstGeom>
                  <a:blipFill>
                    <a:blip r:embed="rId45"/>
                    <a:stretch>
                      <a:fillRect l="-1663" t="-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4D76F779-806D-4DB6-ACE0-5139F45499B5}"/>
                      </a:ext>
                    </a:extLst>
                  </p:cNvPr>
                  <p:cNvSpPr txBox="1"/>
                  <p:nvPr/>
                </p:nvSpPr>
                <p:spPr>
                  <a:xfrm>
                    <a:off x="18429570" y="21515715"/>
                    <a:ext cx="2573349" cy="66999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734 </a:t>
                    </a:r>
                    <a:r>
                      <a:rPr lang="en-US" sz="1800" b="1" dirty="0">
                        <a:solidFill>
                          <a:schemeClr val="tx1"/>
                        </a:solidFill>
                        <a:latin typeface="Times New Roman" panose="02020603050405020304" pitchFamily="18" charset="0"/>
                        <a:cs typeface="Times New Roman" panose="02020603050405020304" pitchFamily="18" charset="0"/>
                      </a:rPr>
                      <a:t>[mA/</a:t>
                    </a:r>
                    <a14:m>
                      <m:oMath xmlns:m="http://schemas.openxmlformats.org/officeDocument/2006/math">
                        <m:sSup>
                          <m:sSupPr>
                            <m:ctrlPr>
                              <a:rPr lang="en-US" b="1" i="1">
                                <a:latin typeface="Cambria Math" panose="02040503050406030204" pitchFamily="18" charset="0"/>
                                <a:cs typeface="Times New Roman" panose="02020603050405020304" pitchFamily="18" charset="0"/>
                              </a:rPr>
                            </m:ctrlPr>
                          </m:sSupPr>
                          <m:e>
                            <m:r>
                              <a:rPr lang="en-US" b="1" i="0" smtClean="0">
                                <a:latin typeface="Cambria Math" panose="02040503050406030204" pitchFamily="18" charset="0"/>
                                <a:cs typeface="Times New Roman" panose="02020603050405020304" pitchFamily="18" charset="0"/>
                              </a:rPr>
                              <m:t>𝐜𝐦</m:t>
                            </m:r>
                          </m:e>
                          <m:sup>
                            <m:r>
                              <a:rPr lang="en-US" b="1" i="1" smtClean="0">
                                <a:latin typeface="Cambria Math" panose="02040503050406030204" pitchFamily="18" charset="0"/>
                                <a:cs typeface="Times New Roman" panose="02020603050405020304" pitchFamily="18" charset="0"/>
                              </a:rPr>
                              <m:t>𝟐</m:t>
                            </m:r>
                          </m:sup>
                        </m:sSup>
                      </m:oMath>
                    </a14:m>
                    <a:r>
                      <a:rPr lang="en-US" dirty="0"/>
                      <a:t>]</a:t>
                    </a:r>
                  </a:p>
                  <a:p>
                    <a:r>
                      <a:rPr lang="en-US" sz="1800" b="1" dirty="0">
                        <a:latin typeface="Times New Roman" panose="02020603050405020304" pitchFamily="18" charset="0"/>
                        <a:cs typeface="Times New Roman" panose="02020603050405020304" pitchFamily="18" charset="0"/>
                      </a:rPr>
                      <a:t> </a:t>
                    </a:r>
                    <a:endParaRPr lang="en-US" dirty="0"/>
                  </a:p>
                </p:txBody>
              </p:sp>
            </mc:Choice>
            <mc:Fallback xmlns="">
              <p:sp>
                <p:nvSpPr>
                  <p:cNvPr id="175" name="TextBox 174">
                    <a:extLst>
                      <a:ext uri="{FF2B5EF4-FFF2-40B4-BE49-F238E27FC236}">
                        <a16:creationId xmlns:a16="http://schemas.microsoft.com/office/drawing/2014/main" id="{4D76F779-806D-4DB6-ACE0-5139F45499B5}"/>
                      </a:ext>
                    </a:extLst>
                  </p:cNvPr>
                  <p:cNvSpPr txBox="1">
                    <a:spLocks noRot="1" noChangeAspect="1" noMove="1" noResize="1" noEditPoints="1" noAdjustHandles="1" noChangeArrowheads="1" noChangeShapeType="1" noTextEdit="1"/>
                  </p:cNvSpPr>
                  <p:nvPr/>
                </p:nvSpPr>
                <p:spPr>
                  <a:xfrm>
                    <a:off x="18429570" y="21515715"/>
                    <a:ext cx="2573349" cy="669992"/>
                  </a:xfrm>
                  <a:prstGeom prst="rect">
                    <a:avLst/>
                  </a:prstGeom>
                  <a:blipFill>
                    <a:blip r:embed="rId46"/>
                    <a:stretch>
                      <a:fillRect l="-1871" t="-3636"/>
                    </a:stretch>
                  </a:blipFill>
                </p:spPr>
                <p:txBody>
                  <a:bodyPr/>
                  <a:lstStyle/>
                  <a:p>
                    <a:r>
                      <a:rPr lang="en-US">
                        <a:noFill/>
                      </a:rPr>
                      <a:t> </a:t>
                    </a:r>
                  </a:p>
                </p:txBody>
              </p:sp>
            </mc:Fallback>
          </mc:AlternateContent>
          <p:pic>
            <p:nvPicPr>
              <p:cNvPr id="177" name="Picture 176">
                <a:extLst>
                  <a:ext uri="{FF2B5EF4-FFF2-40B4-BE49-F238E27FC236}">
                    <a16:creationId xmlns:a16="http://schemas.microsoft.com/office/drawing/2014/main" id="{8F9EE186-F44F-4AF1-8D32-F0EA341B95B6}"/>
                  </a:ext>
                </a:extLst>
              </p:cNvPr>
              <p:cNvPicPr>
                <a:picLocks noChangeAspect="1"/>
              </p:cNvPicPr>
              <p:nvPr/>
            </p:nvPicPr>
            <p:blipFill rotWithShape="1">
              <a:blip r:embed="rId47" cstate="email">
                <a:extLst>
                  <a:ext uri="{BEBA8EAE-BF5A-486C-A8C5-ECC9F3942E4B}">
                    <a14:imgProps xmlns:a14="http://schemas.microsoft.com/office/drawing/2010/main">
                      <a14:imgLayer r:embed="rId48">
                        <a14:imgEffect>
                          <a14:sharpenSoften amount="50000"/>
                        </a14:imgEffect>
                      </a14:imgLayer>
                    </a14:imgProps>
                  </a:ext>
                  <a:ext uri="{28A0092B-C50C-407E-A947-70E740481C1C}">
                    <a14:useLocalDpi xmlns:a14="http://schemas.microsoft.com/office/drawing/2010/main"/>
                  </a:ext>
                </a:extLst>
              </a:blip>
              <a:srcRect/>
              <a:stretch/>
            </p:blipFill>
            <p:spPr>
              <a:xfrm>
                <a:off x="17901866" y="21289458"/>
                <a:ext cx="545892" cy="165715"/>
              </a:xfrm>
              <a:prstGeom prst="rect">
                <a:avLst/>
              </a:prstGeom>
            </p:spPr>
          </p:pic>
          <p:pic>
            <p:nvPicPr>
              <p:cNvPr id="178" name="Picture 177">
                <a:extLst>
                  <a:ext uri="{FF2B5EF4-FFF2-40B4-BE49-F238E27FC236}">
                    <a16:creationId xmlns:a16="http://schemas.microsoft.com/office/drawing/2014/main" id="{AE5FE0E8-A145-4A59-82BF-82C52C487A66}"/>
                  </a:ext>
                </a:extLst>
              </p:cNvPr>
              <p:cNvPicPr>
                <a:picLocks noChangeAspect="1"/>
              </p:cNvPicPr>
              <p:nvPr/>
            </p:nvPicPr>
            <p:blipFill rotWithShape="1">
              <a:blip r:embed="rId49" cstate="email">
                <a:extLst>
                  <a:ext uri="{BEBA8EAE-BF5A-486C-A8C5-ECC9F3942E4B}">
                    <a14:imgProps xmlns:a14="http://schemas.microsoft.com/office/drawing/2010/main">
                      <a14:imgLayer r:embed="rId50">
                        <a14:imgEffect>
                          <a14:sharpenSoften amount="50000"/>
                        </a14:imgEffect>
                      </a14:imgLayer>
                    </a14:imgProps>
                  </a:ext>
                  <a:ext uri="{28A0092B-C50C-407E-A947-70E740481C1C}">
                    <a14:useLocalDpi xmlns:a14="http://schemas.microsoft.com/office/drawing/2010/main"/>
                  </a:ext>
                </a:extLst>
              </a:blip>
              <a:srcRect/>
              <a:stretch/>
            </p:blipFill>
            <p:spPr>
              <a:xfrm>
                <a:off x="17903564" y="21644093"/>
                <a:ext cx="545892" cy="152094"/>
              </a:xfrm>
              <a:prstGeom prst="rect">
                <a:avLst/>
              </a:prstGeom>
            </p:spPr>
          </p:pic>
        </p:grpSp>
        <mc:AlternateContent xmlns:mc="http://schemas.openxmlformats.org/markup-compatibility/2006" xmlns:a14="http://schemas.microsoft.com/office/drawing/2010/main">
          <mc:Choice Requires="a14">
            <p:sp>
              <p:nvSpPr>
                <p:cNvPr id="196" name="Content Placeholder 2">
                  <a:extLst>
                    <a:ext uri="{FF2B5EF4-FFF2-40B4-BE49-F238E27FC236}">
                      <a16:creationId xmlns:a16="http://schemas.microsoft.com/office/drawing/2014/main" id="{89C35676-5554-4D2E-82C3-96FD9D385402}"/>
                    </a:ext>
                  </a:extLst>
                </p:cNvPr>
                <p:cNvSpPr txBox="1">
                  <a:spLocks/>
                </p:cNvSpPr>
                <p:nvPr/>
              </p:nvSpPr>
              <p:spPr>
                <a:xfrm>
                  <a:off x="21893508" y="26384359"/>
                  <a:ext cx="8634359" cy="295066"/>
                </a:xfrm>
                <a:prstGeom prst="rect">
                  <a:avLst/>
                </a:prstGeom>
              </p:spPr>
              <p:txBody>
                <a:bodyPr anchor="t" anchorCtr="0">
                  <a:normAutofit fontScale="25000" lnSpcReduction="20000"/>
                </a:bodyPr>
                <a:lst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a:ea typeface="+mn-ea"/>
                      <a:cs typeface="Gill Sans MT"/>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a:ea typeface="+mn-ea"/>
                      <a:cs typeface="Gill Sans MT"/>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a:ea typeface="+mn-ea"/>
                      <a:cs typeface="Gill Sans MT"/>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a:ea typeface="+mn-ea"/>
                      <a:cs typeface="Gill Sans MT"/>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a:ea typeface="+mn-ea"/>
                      <a:cs typeface="Gill Sans MT"/>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8000" b="1" dirty="0">
                      <a:solidFill>
                        <a:schemeClr val="tx1"/>
                      </a:solidFill>
                      <a:latin typeface="Times New Roman" panose="02020603050405020304" pitchFamily="18" charset="0"/>
                      <a:cs typeface="Times New Roman" panose="02020603050405020304" pitchFamily="18" charset="0"/>
                    </a:rPr>
                    <a:t>X [</a:t>
                  </a:r>
                  <a14:m>
                    <m:oMath xmlns:m="http://schemas.openxmlformats.org/officeDocument/2006/math">
                      <m:r>
                        <a:rPr lang="en-US" sz="8000" b="1" i="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𝛍</m:t>
                      </m:r>
                    </m:oMath>
                  </a14:m>
                  <a:r>
                    <a:rPr lang="en-US" sz="8000" b="1" dirty="0">
                      <a:solidFill>
                        <a:schemeClr val="tx1"/>
                      </a:solidFill>
                      <a:latin typeface="Times New Roman" panose="02020603050405020304" pitchFamily="18" charset="0"/>
                      <a:cs typeface="Times New Roman" panose="02020603050405020304" pitchFamily="18" charset="0"/>
                    </a:rPr>
                    <a:t>m]</a:t>
                  </a:r>
                </a:p>
                <a:p>
                  <a:pPr marL="0" indent="0">
                    <a:buFont typeface="Wingdings" charset="2"/>
                    <a:buNone/>
                  </a:pPr>
                  <a:endParaRPr lang="en-US" sz="1600" dirty="0"/>
                </a:p>
              </p:txBody>
            </p:sp>
          </mc:Choice>
          <mc:Fallback xmlns="">
            <p:sp>
              <p:nvSpPr>
                <p:cNvPr id="196" name="Content Placeholder 2">
                  <a:extLst>
                    <a:ext uri="{FF2B5EF4-FFF2-40B4-BE49-F238E27FC236}">
                      <a16:creationId xmlns:a16="http://schemas.microsoft.com/office/drawing/2014/main" id="{89C35676-5554-4D2E-82C3-96FD9D385402}"/>
                    </a:ext>
                  </a:extLst>
                </p:cNvPr>
                <p:cNvSpPr txBox="1">
                  <a:spLocks noRot="1" noChangeAspect="1" noMove="1" noResize="1" noEditPoints="1" noAdjustHandles="1" noChangeArrowheads="1" noChangeShapeType="1" noTextEdit="1"/>
                </p:cNvSpPr>
                <p:nvPr/>
              </p:nvSpPr>
              <p:spPr>
                <a:xfrm>
                  <a:off x="21893508" y="26384359"/>
                  <a:ext cx="8634359" cy="295066"/>
                </a:xfrm>
                <a:prstGeom prst="rect">
                  <a:avLst/>
                </a:prstGeom>
                <a:blipFill>
                  <a:blip r:embed="rId51"/>
                  <a:stretch>
                    <a:fillRect l="-588" t="-33333" b="-52083"/>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9C167A98-A20E-428A-B72E-88964683A90C}"/>
              </a:ext>
            </a:extLst>
          </p:cNvPr>
          <p:cNvGrpSpPr/>
          <p:nvPr/>
        </p:nvGrpSpPr>
        <p:grpSpPr>
          <a:xfrm>
            <a:off x="14688692" y="26959240"/>
            <a:ext cx="16547602" cy="5392042"/>
            <a:chOff x="16932802" y="27125296"/>
            <a:chExt cx="13595065" cy="5392042"/>
          </a:xfrm>
        </p:grpSpPr>
        <p:grpSp>
          <p:nvGrpSpPr>
            <p:cNvPr id="27" name="Group 26">
              <a:extLst>
                <a:ext uri="{FF2B5EF4-FFF2-40B4-BE49-F238E27FC236}">
                  <a16:creationId xmlns:a16="http://schemas.microsoft.com/office/drawing/2014/main" id="{3974059E-67DD-4A06-90DF-68355EB74204}"/>
                </a:ext>
              </a:extLst>
            </p:cNvPr>
            <p:cNvGrpSpPr/>
            <p:nvPr/>
          </p:nvGrpSpPr>
          <p:grpSpPr>
            <a:xfrm>
              <a:off x="16932802" y="27125296"/>
              <a:ext cx="10942189" cy="5200886"/>
              <a:chOff x="16932802" y="27125296"/>
              <a:chExt cx="10942189" cy="5200886"/>
            </a:xfrm>
          </p:grpSpPr>
          <p:grpSp>
            <p:nvGrpSpPr>
              <p:cNvPr id="12" name="Group 11">
                <a:extLst>
                  <a:ext uri="{FF2B5EF4-FFF2-40B4-BE49-F238E27FC236}">
                    <a16:creationId xmlns:a16="http://schemas.microsoft.com/office/drawing/2014/main" id="{D278F0D9-9C5C-4DC9-AF5B-59BB98E4C6DE}"/>
                  </a:ext>
                </a:extLst>
              </p:cNvPr>
              <p:cNvGrpSpPr/>
              <p:nvPr/>
            </p:nvGrpSpPr>
            <p:grpSpPr>
              <a:xfrm>
                <a:off x="17760487" y="27154138"/>
                <a:ext cx="9291327" cy="4839325"/>
                <a:chOff x="17760487" y="27429263"/>
                <a:chExt cx="9291327" cy="4588534"/>
              </a:xfrm>
            </p:grpSpPr>
            <p:pic>
              <p:nvPicPr>
                <p:cNvPr id="124" name="Picture 123">
                  <a:extLst>
                    <a:ext uri="{FF2B5EF4-FFF2-40B4-BE49-F238E27FC236}">
                      <a16:creationId xmlns:a16="http://schemas.microsoft.com/office/drawing/2014/main" id="{59713412-6411-460D-A8AD-D6E020389636}"/>
                    </a:ext>
                  </a:extLst>
                </p:cNvPr>
                <p:cNvPicPr>
                  <a:picLocks noChangeAspect="1"/>
                </p:cNvPicPr>
                <p:nvPr/>
              </p:nvPicPr>
              <p:blipFill rotWithShape="1">
                <a:blip r:embed="rId52" cstate="email">
                  <a:extLst>
                    <a:ext uri="{BEBA8EAE-BF5A-486C-A8C5-ECC9F3942E4B}">
                      <a14:imgProps xmlns:a14="http://schemas.microsoft.com/office/drawing/2010/main">
                        <a14:imgLayer r:embed="rId53">
                          <a14:imgEffect>
                            <a14:sharpenSoften amount="50000"/>
                          </a14:imgEffect>
                        </a14:imgLayer>
                      </a14:imgProps>
                    </a:ext>
                    <a:ext uri="{28A0092B-C50C-407E-A947-70E740481C1C}">
                      <a14:useLocalDpi xmlns:a14="http://schemas.microsoft.com/office/drawing/2010/main"/>
                    </a:ext>
                  </a:extLst>
                </a:blip>
                <a:srcRect/>
                <a:stretch/>
              </p:blipFill>
              <p:spPr>
                <a:xfrm>
                  <a:off x="17760487" y="27429263"/>
                  <a:ext cx="9291327" cy="4588534"/>
                </a:xfrm>
                <a:prstGeom prst="rect">
                  <a:avLst/>
                </a:prstGeom>
                <a:noFill/>
              </p:spPr>
            </p:pic>
            <p:sp>
              <p:nvSpPr>
                <p:cNvPr id="125" name="Rectangle 124">
                  <a:extLst>
                    <a:ext uri="{FF2B5EF4-FFF2-40B4-BE49-F238E27FC236}">
                      <a16:creationId xmlns:a16="http://schemas.microsoft.com/office/drawing/2014/main" id="{3157A892-51A6-46D7-86CD-AC99F36998E5}"/>
                    </a:ext>
                  </a:extLst>
                </p:cNvPr>
                <p:cNvSpPr/>
                <p:nvPr/>
              </p:nvSpPr>
              <p:spPr>
                <a:xfrm>
                  <a:off x="17773457" y="27436665"/>
                  <a:ext cx="4368645" cy="4545840"/>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27" name="Rectangle 126">
                  <a:extLst>
                    <a:ext uri="{FF2B5EF4-FFF2-40B4-BE49-F238E27FC236}">
                      <a16:creationId xmlns:a16="http://schemas.microsoft.com/office/drawing/2014/main" id="{EF6DFA00-9964-49D6-86F4-86D43B8D52AE}"/>
                    </a:ext>
                  </a:extLst>
                </p:cNvPr>
                <p:cNvSpPr/>
                <p:nvPr/>
              </p:nvSpPr>
              <p:spPr>
                <a:xfrm>
                  <a:off x="22148573" y="27440986"/>
                  <a:ext cx="66256" cy="4545840"/>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28" name="Rectangle 127">
                  <a:extLst>
                    <a:ext uri="{FF2B5EF4-FFF2-40B4-BE49-F238E27FC236}">
                      <a16:creationId xmlns:a16="http://schemas.microsoft.com/office/drawing/2014/main" id="{4BBC2BF3-FEA5-48BA-ACD0-953E7B56724A}"/>
                    </a:ext>
                  </a:extLst>
                </p:cNvPr>
                <p:cNvSpPr/>
                <p:nvPr/>
              </p:nvSpPr>
              <p:spPr>
                <a:xfrm>
                  <a:off x="22622332" y="27436665"/>
                  <a:ext cx="4368645" cy="4552138"/>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31" name="Rectangle 130">
                  <a:extLst>
                    <a:ext uri="{FF2B5EF4-FFF2-40B4-BE49-F238E27FC236}">
                      <a16:creationId xmlns:a16="http://schemas.microsoft.com/office/drawing/2014/main" id="{DDB4E59A-05C7-46A1-8272-111B33F00A22}"/>
                    </a:ext>
                  </a:extLst>
                </p:cNvPr>
                <p:cNvSpPr/>
                <p:nvPr/>
              </p:nvSpPr>
              <p:spPr>
                <a:xfrm>
                  <a:off x="22559200" y="27436664"/>
                  <a:ext cx="60008" cy="4547297"/>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34" name="Rectangle 133">
                  <a:extLst>
                    <a:ext uri="{FF2B5EF4-FFF2-40B4-BE49-F238E27FC236}">
                      <a16:creationId xmlns:a16="http://schemas.microsoft.com/office/drawing/2014/main" id="{FA0A0773-FD2B-4FF2-8D46-B8BDF12DD393}"/>
                    </a:ext>
                  </a:extLst>
                </p:cNvPr>
                <p:cNvSpPr/>
                <p:nvPr/>
              </p:nvSpPr>
              <p:spPr>
                <a:xfrm>
                  <a:off x="22220903" y="27436664"/>
                  <a:ext cx="338298" cy="4550161"/>
                </a:xfrm>
                <a:prstGeom prst="rect">
                  <a:avLst/>
                </a:prstGeom>
                <a:noFill/>
                <a:ln w="63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sp>
            <p:nvSpPr>
              <p:cNvPr id="153" name="TextBox 152">
                <a:extLst>
                  <a:ext uri="{FF2B5EF4-FFF2-40B4-BE49-F238E27FC236}">
                    <a16:creationId xmlns:a16="http://schemas.microsoft.com/office/drawing/2014/main" id="{A952A8D9-9BAE-4D03-AD34-10EA658F084B}"/>
                  </a:ext>
                </a:extLst>
              </p:cNvPr>
              <p:cNvSpPr txBox="1"/>
              <p:nvPr/>
            </p:nvSpPr>
            <p:spPr>
              <a:xfrm>
                <a:off x="17707767" y="31935192"/>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0</a:t>
                </a:r>
                <a:endParaRPr lang="en-US" dirty="0"/>
              </a:p>
            </p:txBody>
          </p:sp>
          <p:sp>
            <p:nvSpPr>
              <p:cNvPr id="154" name="TextBox 153">
                <a:extLst>
                  <a:ext uri="{FF2B5EF4-FFF2-40B4-BE49-F238E27FC236}">
                    <a16:creationId xmlns:a16="http://schemas.microsoft.com/office/drawing/2014/main" id="{FB4D0252-4C2A-4402-9EF0-AF539DB2D212}"/>
                  </a:ext>
                </a:extLst>
              </p:cNvPr>
              <p:cNvSpPr txBox="1"/>
              <p:nvPr/>
            </p:nvSpPr>
            <p:spPr>
              <a:xfrm>
                <a:off x="18929985" y="31935192"/>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500</a:t>
                </a:r>
                <a:endParaRPr lang="en-US" dirty="0"/>
              </a:p>
            </p:txBody>
          </p:sp>
          <p:sp>
            <p:nvSpPr>
              <p:cNvPr id="155" name="TextBox 154">
                <a:extLst>
                  <a:ext uri="{FF2B5EF4-FFF2-40B4-BE49-F238E27FC236}">
                    <a16:creationId xmlns:a16="http://schemas.microsoft.com/office/drawing/2014/main" id="{FFEDBC19-8728-4FC8-B26F-65D8D772EF96}"/>
                  </a:ext>
                </a:extLst>
              </p:cNvPr>
              <p:cNvSpPr txBox="1"/>
              <p:nvPr/>
            </p:nvSpPr>
            <p:spPr>
              <a:xfrm>
                <a:off x="20234504" y="31928953"/>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1000</a:t>
                </a:r>
                <a:endParaRPr lang="en-US" dirty="0"/>
              </a:p>
            </p:txBody>
          </p:sp>
          <p:sp>
            <p:nvSpPr>
              <p:cNvPr id="156" name="TextBox 155">
                <a:extLst>
                  <a:ext uri="{FF2B5EF4-FFF2-40B4-BE49-F238E27FC236}">
                    <a16:creationId xmlns:a16="http://schemas.microsoft.com/office/drawing/2014/main" id="{946EC6F3-B4C0-41A2-8B1D-4F78060548BE}"/>
                  </a:ext>
                </a:extLst>
              </p:cNvPr>
              <p:cNvSpPr txBox="1"/>
              <p:nvPr/>
            </p:nvSpPr>
            <p:spPr>
              <a:xfrm>
                <a:off x="21530242" y="31935192"/>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1500</a:t>
                </a:r>
                <a:endParaRPr lang="en-US" dirty="0"/>
              </a:p>
            </p:txBody>
          </p:sp>
          <p:sp>
            <p:nvSpPr>
              <p:cNvPr id="157" name="TextBox 156">
                <a:extLst>
                  <a:ext uri="{FF2B5EF4-FFF2-40B4-BE49-F238E27FC236}">
                    <a16:creationId xmlns:a16="http://schemas.microsoft.com/office/drawing/2014/main" id="{4E63426D-DEDD-4511-86FB-E51D85EB85AF}"/>
                  </a:ext>
                </a:extLst>
              </p:cNvPr>
              <p:cNvSpPr txBox="1"/>
              <p:nvPr/>
            </p:nvSpPr>
            <p:spPr>
              <a:xfrm>
                <a:off x="22966796" y="31951349"/>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2000</a:t>
                </a:r>
                <a:endParaRPr lang="en-US" dirty="0"/>
              </a:p>
            </p:txBody>
          </p:sp>
          <p:sp>
            <p:nvSpPr>
              <p:cNvPr id="158" name="TextBox 157">
                <a:extLst>
                  <a:ext uri="{FF2B5EF4-FFF2-40B4-BE49-F238E27FC236}">
                    <a16:creationId xmlns:a16="http://schemas.microsoft.com/office/drawing/2014/main" id="{61452FA3-F7A3-4C37-B94B-5DDFA15525D3}"/>
                  </a:ext>
                </a:extLst>
              </p:cNvPr>
              <p:cNvSpPr txBox="1"/>
              <p:nvPr/>
            </p:nvSpPr>
            <p:spPr>
              <a:xfrm>
                <a:off x="24201782" y="31953688"/>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2500</a:t>
                </a:r>
                <a:endParaRPr lang="en-US" dirty="0"/>
              </a:p>
            </p:txBody>
          </p:sp>
          <p:sp>
            <p:nvSpPr>
              <p:cNvPr id="159" name="TextBox 158">
                <a:extLst>
                  <a:ext uri="{FF2B5EF4-FFF2-40B4-BE49-F238E27FC236}">
                    <a16:creationId xmlns:a16="http://schemas.microsoft.com/office/drawing/2014/main" id="{281A940D-504A-4CD2-A82B-8C31BE1C46DF}"/>
                  </a:ext>
                </a:extLst>
              </p:cNvPr>
              <p:cNvSpPr txBox="1"/>
              <p:nvPr/>
            </p:nvSpPr>
            <p:spPr>
              <a:xfrm>
                <a:off x="25582221" y="31956850"/>
                <a:ext cx="719064"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3000</a:t>
                </a:r>
                <a:endParaRPr lang="en-US" dirty="0"/>
              </a:p>
            </p:txBody>
          </p:sp>
          <p:sp>
            <p:nvSpPr>
              <p:cNvPr id="160" name="TextBox 159">
                <a:extLst>
                  <a:ext uri="{FF2B5EF4-FFF2-40B4-BE49-F238E27FC236}">
                    <a16:creationId xmlns:a16="http://schemas.microsoft.com/office/drawing/2014/main" id="{3B155EB6-4BD3-4049-9BD9-017B3F679F53}"/>
                  </a:ext>
                </a:extLst>
              </p:cNvPr>
              <p:cNvSpPr txBox="1"/>
              <p:nvPr/>
            </p:nvSpPr>
            <p:spPr>
              <a:xfrm>
                <a:off x="26603127" y="31941587"/>
                <a:ext cx="852301"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3500</a:t>
                </a:r>
                <a:endParaRPr lang="en-US" dirty="0"/>
              </a:p>
            </p:txBody>
          </p:sp>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3974A15F-6D6A-4123-85FC-751B0C9DFBFF}"/>
                      </a:ext>
                    </a:extLst>
                  </p:cNvPr>
                  <p:cNvSpPr txBox="1"/>
                  <p:nvPr/>
                </p:nvSpPr>
                <p:spPr>
                  <a:xfrm rot="16200000">
                    <a:off x="16282799" y="29395065"/>
                    <a:ext cx="1675557" cy="375552"/>
                  </a:xfrm>
                  <a:prstGeom prst="rect">
                    <a:avLst/>
                  </a:prstGeom>
                  <a:noFill/>
                </p:spPr>
                <p:txBody>
                  <a:bodyPr wrap="square">
                    <a:spAutoFit/>
                  </a:bodyPr>
                  <a:lstStyle/>
                  <a:p>
                    <a14:m>
                      <m:oMath xmlns:m="http://schemas.openxmlformats.org/officeDocument/2006/math">
                        <m:sSup>
                          <m:sSupPr>
                            <m:ctrlPr>
                              <a:rPr lang="en-US" sz="1800" b="1" i="1" smtClean="0">
                                <a:solidFill>
                                  <a:schemeClr val="tx1"/>
                                </a:solidFill>
                                <a:latin typeface="Cambria Math" panose="02040503050406030204" pitchFamily="18" charset="0"/>
                                <a:cs typeface="Times New Roman" panose="02020603050405020304" pitchFamily="18" charset="0"/>
                              </a:rPr>
                            </m:ctrlPr>
                          </m:sSupPr>
                          <m:e>
                            <m:r>
                              <a:rPr lang="en-US" sz="1800" b="1" i="0" smtClean="0">
                                <a:solidFill>
                                  <a:schemeClr val="tx1"/>
                                </a:solidFill>
                                <a:latin typeface="Cambria Math" panose="02040503050406030204" pitchFamily="18" charset="0"/>
                                <a:cs typeface="Times New Roman" panose="02020603050405020304" pitchFamily="18" charset="0"/>
                              </a:rPr>
                              <m:t>𝐎𝐇</m:t>
                            </m:r>
                          </m:e>
                          <m:sup>
                            <m:r>
                              <a:rPr lang="en-US" sz="1800" b="1" i="0" smtClean="0">
                                <a:solidFill>
                                  <a:schemeClr val="tx1"/>
                                </a:solidFill>
                                <a:latin typeface="Cambria Math" panose="02040503050406030204" pitchFamily="18" charset="0"/>
                                <a:cs typeface="Times New Roman" panose="02020603050405020304" pitchFamily="18" charset="0"/>
                              </a:rPr>
                              <m:t>−</m:t>
                            </m:r>
                          </m:sup>
                        </m:sSup>
                      </m:oMath>
                    </a14:m>
                    <a:r>
                      <a:rPr lang="en-US" sz="1800" b="1" dirty="0">
                        <a:solidFill>
                          <a:schemeClr val="tx1"/>
                        </a:solidFill>
                        <a:latin typeface="Times New Roman" panose="02020603050405020304" pitchFamily="18" charset="0"/>
                        <a:cs typeface="Times New Roman" panose="02020603050405020304" pitchFamily="18" charset="0"/>
                      </a:rPr>
                      <a:t> [mol/</a:t>
                    </a:r>
                    <a14:m>
                      <m:oMath xmlns:m="http://schemas.openxmlformats.org/officeDocument/2006/math">
                        <m:sSup>
                          <m:sSupPr>
                            <m:ctrlPr>
                              <a:rPr lang="en-US" b="1" i="1">
                                <a:latin typeface="Cambria Math" panose="02040503050406030204" pitchFamily="18" charset="0"/>
                                <a:cs typeface="Times New Roman" panose="02020603050405020304" pitchFamily="18" charset="0"/>
                              </a:rPr>
                            </m:ctrlPr>
                          </m:sSupPr>
                          <m:e>
                            <m:r>
                              <a:rPr lang="en-US" b="1" i="0" smtClean="0">
                                <a:latin typeface="Cambria Math" panose="02040503050406030204" pitchFamily="18" charset="0"/>
                                <a:cs typeface="Times New Roman" panose="02020603050405020304" pitchFamily="18" charset="0"/>
                              </a:rPr>
                              <m:t>𝐦</m:t>
                            </m:r>
                          </m:e>
                          <m:sup>
                            <m:r>
                              <a:rPr lang="en-US" b="1" i="0" smtClean="0">
                                <a:latin typeface="Cambria Math" panose="02040503050406030204" pitchFamily="18" charset="0"/>
                                <a:cs typeface="Times New Roman" panose="02020603050405020304" pitchFamily="18" charset="0"/>
                              </a:rPr>
                              <m:t>𝟑</m:t>
                            </m:r>
                          </m:sup>
                        </m:sSup>
                      </m:oMath>
                    </a14:m>
                    <a:r>
                      <a:rPr lang="en-US" dirty="0"/>
                      <a:t>]</a:t>
                    </a:r>
                  </a:p>
                </p:txBody>
              </p:sp>
            </mc:Choice>
            <mc:Fallback xmlns="">
              <p:sp>
                <p:nvSpPr>
                  <p:cNvPr id="161" name="TextBox 160">
                    <a:extLst>
                      <a:ext uri="{FF2B5EF4-FFF2-40B4-BE49-F238E27FC236}">
                        <a16:creationId xmlns:a16="http://schemas.microsoft.com/office/drawing/2014/main" id="{3974A15F-6D6A-4123-85FC-751B0C9DFBFF}"/>
                      </a:ext>
                    </a:extLst>
                  </p:cNvPr>
                  <p:cNvSpPr txBox="1">
                    <a:spLocks noRot="1" noChangeAspect="1" noMove="1" noResize="1" noEditPoints="1" noAdjustHandles="1" noChangeArrowheads="1" noChangeShapeType="1" noTextEdit="1"/>
                  </p:cNvSpPr>
                  <p:nvPr/>
                </p:nvSpPr>
                <p:spPr>
                  <a:xfrm rot="16200000">
                    <a:off x="16282799" y="29395065"/>
                    <a:ext cx="1675557" cy="375552"/>
                  </a:xfrm>
                  <a:prstGeom prst="rect">
                    <a:avLst/>
                  </a:prstGeom>
                  <a:blipFill>
                    <a:blip r:embed="rId54"/>
                    <a:stretch>
                      <a:fillRect l="-5634" r="-8451"/>
                    </a:stretch>
                  </a:blipFill>
                </p:spPr>
                <p:txBody>
                  <a:bodyPr/>
                  <a:lstStyle/>
                  <a:p>
                    <a:r>
                      <a:rPr lang="en-US">
                        <a:noFill/>
                      </a:rPr>
                      <a:t> </a:t>
                    </a:r>
                  </a:p>
                </p:txBody>
              </p:sp>
            </mc:Fallback>
          </mc:AlternateContent>
          <p:sp>
            <p:nvSpPr>
              <p:cNvPr id="179" name="Rectangle 178">
                <a:extLst>
                  <a:ext uri="{FF2B5EF4-FFF2-40B4-BE49-F238E27FC236}">
                    <a16:creationId xmlns:a16="http://schemas.microsoft.com/office/drawing/2014/main" id="{BD010DD4-5809-41BE-B0D4-517270793E5C}"/>
                  </a:ext>
                </a:extLst>
              </p:cNvPr>
              <p:cNvSpPr/>
              <p:nvPr/>
            </p:nvSpPr>
            <p:spPr>
              <a:xfrm>
                <a:off x="24741778" y="27247197"/>
                <a:ext cx="2104908" cy="7910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dirty="0" err="1"/>
              </a:p>
            </p:txBody>
          </p:sp>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F1C78053-CE98-4117-8BBC-08AE85A206D9}"/>
                      </a:ext>
                    </a:extLst>
                  </p:cNvPr>
                  <p:cNvSpPr txBox="1"/>
                  <p:nvPr/>
                </p:nvSpPr>
                <p:spPr>
                  <a:xfrm>
                    <a:off x="25204406" y="27240520"/>
                    <a:ext cx="2573349" cy="66999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1602 </a:t>
                    </a:r>
                    <a:r>
                      <a:rPr lang="en-US" sz="1800" b="1" dirty="0">
                        <a:solidFill>
                          <a:schemeClr val="tx1"/>
                        </a:solidFill>
                        <a:latin typeface="Times New Roman" panose="02020603050405020304" pitchFamily="18" charset="0"/>
                        <a:cs typeface="Times New Roman" panose="02020603050405020304" pitchFamily="18" charset="0"/>
                      </a:rPr>
                      <a:t>[mA/</a:t>
                    </a:r>
                    <a14:m>
                      <m:oMath xmlns:m="http://schemas.openxmlformats.org/officeDocument/2006/math">
                        <m:sSup>
                          <m:sSupPr>
                            <m:ctrlPr>
                              <a:rPr lang="en-US" b="1" i="1">
                                <a:latin typeface="Cambria Math" panose="02040503050406030204" pitchFamily="18" charset="0"/>
                                <a:cs typeface="Times New Roman" panose="02020603050405020304" pitchFamily="18" charset="0"/>
                              </a:rPr>
                            </m:ctrlPr>
                          </m:sSupPr>
                          <m:e>
                            <m:r>
                              <a:rPr lang="en-US" b="1" i="0" smtClean="0">
                                <a:latin typeface="Cambria Math" panose="02040503050406030204" pitchFamily="18" charset="0"/>
                                <a:cs typeface="Times New Roman" panose="02020603050405020304" pitchFamily="18" charset="0"/>
                              </a:rPr>
                              <m:t>𝐜𝐦</m:t>
                            </m:r>
                          </m:e>
                          <m:sup>
                            <m:r>
                              <a:rPr lang="en-US" b="1" i="1" smtClean="0">
                                <a:latin typeface="Cambria Math" panose="02040503050406030204" pitchFamily="18" charset="0"/>
                                <a:cs typeface="Times New Roman" panose="02020603050405020304" pitchFamily="18" charset="0"/>
                              </a:rPr>
                              <m:t>𝟐</m:t>
                            </m:r>
                          </m:sup>
                        </m:sSup>
                      </m:oMath>
                    </a14:m>
                    <a:r>
                      <a:rPr lang="en-US" dirty="0"/>
                      <a:t>]</a:t>
                    </a:r>
                  </a:p>
                  <a:p>
                    <a:r>
                      <a:rPr lang="en-US" sz="1800" b="1" dirty="0">
                        <a:latin typeface="Times New Roman" panose="02020603050405020304" pitchFamily="18" charset="0"/>
                        <a:cs typeface="Times New Roman" panose="02020603050405020304" pitchFamily="18" charset="0"/>
                      </a:rPr>
                      <a:t> </a:t>
                    </a:r>
                    <a:endParaRPr lang="en-US" dirty="0"/>
                  </a:p>
                </p:txBody>
              </p:sp>
            </mc:Choice>
            <mc:Fallback xmlns="">
              <p:sp>
                <p:nvSpPr>
                  <p:cNvPr id="180" name="TextBox 179">
                    <a:extLst>
                      <a:ext uri="{FF2B5EF4-FFF2-40B4-BE49-F238E27FC236}">
                        <a16:creationId xmlns:a16="http://schemas.microsoft.com/office/drawing/2014/main" id="{F1C78053-CE98-4117-8BBC-08AE85A206D9}"/>
                      </a:ext>
                    </a:extLst>
                  </p:cNvPr>
                  <p:cNvSpPr txBox="1">
                    <a:spLocks noRot="1" noChangeAspect="1" noMove="1" noResize="1" noEditPoints="1" noAdjustHandles="1" noChangeArrowheads="1" noChangeShapeType="1" noTextEdit="1"/>
                  </p:cNvSpPr>
                  <p:nvPr/>
                </p:nvSpPr>
                <p:spPr>
                  <a:xfrm>
                    <a:off x="25204406" y="27240520"/>
                    <a:ext cx="2573349" cy="669992"/>
                  </a:xfrm>
                  <a:prstGeom prst="rect">
                    <a:avLst/>
                  </a:prstGeom>
                  <a:blipFill>
                    <a:blip r:embed="rId55"/>
                    <a:stretch>
                      <a:fillRect l="-1663" t="-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7099C139-4A2F-4F2C-B9D7-78263628D116}"/>
                      </a:ext>
                    </a:extLst>
                  </p:cNvPr>
                  <p:cNvSpPr txBox="1"/>
                  <p:nvPr/>
                </p:nvSpPr>
                <p:spPr>
                  <a:xfrm>
                    <a:off x="25301642" y="27592959"/>
                    <a:ext cx="2573349" cy="66999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734 </a:t>
                    </a:r>
                    <a:r>
                      <a:rPr lang="en-US" sz="1800" b="1" dirty="0">
                        <a:solidFill>
                          <a:schemeClr val="tx1"/>
                        </a:solidFill>
                        <a:latin typeface="Times New Roman" panose="02020603050405020304" pitchFamily="18" charset="0"/>
                        <a:cs typeface="Times New Roman" panose="02020603050405020304" pitchFamily="18" charset="0"/>
                      </a:rPr>
                      <a:t>[mA/</a:t>
                    </a:r>
                    <a14:m>
                      <m:oMath xmlns:m="http://schemas.openxmlformats.org/officeDocument/2006/math">
                        <m:sSup>
                          <m:sSupPr>
                            <m:ctrlPr>
                              <a:rPr lang="en-US" b="1" i="1">
                                <a:latin typeface="Cambria Math" panose="02040503050406030204" pitchFamily="18" charset="0"/>
                                <a:cs typeface="Times New Roman" panose="02020603050405020304" pitchFamily="18" charset="0"/>
                              </a:rPr>
                            </m:ctrlPr>
                          </m:sSupPr>
                          <m:e>
                            <m:r>
                              <a:rPr lang="en-US" b="1" i="0" smtClean="0">
                                <a:latin typeface="Cambria Math" panose="02040503050406030204" pitchFamily="18" charset="0"/>
                                <a:cs typeface="Times New Roman" panose="02020603050405020304" pitchFamily="18" charset="0"/>
                              </a:rPr>
                              <m:t>𝐜𝐦</m:t>
                            </m:r>
                          </m:e>
                          <m:sup>
                            <m:r>
                              <a:rPr lang="en-US" b="1" i="1" smtClean="0">
                                <a:latin typeface="Cambria Math" panose="02040503050406030204" pitchFamily="18" charset="0"/>
                                <a:cs typeface="Times New Roman" panose="02020603050405020304" pitchFamily="18" charset="0"/>
                              </a:rPr>
                              <m:t>𝟐</m:t>
                            </m:r>
                          </m:sup>
                        </m:sSup>
                      </m:oMath>
                    </a14:m>
                    <a:r>
                      <a:rPr lang="en-US" dirty="0"/>
                      <a:t>]</a:t>
                    </a:r>
                  </a:p>
                  <a:p>
                    <a:r>
                      <a:rPr lang="en-US" sz="1800" b="1" dirty="0">
                        <a:latin typeface="Times New Roman" panose="02020603050405020304" pitchFamily="18" charset="0"/>
                        <a:cs typeface="Times New Roman" panose="02020603050405020304" pitchFamily="18" charset="0"/>
                      </a:rPr>
                      <a:t> </a:t>
                    </a:r>
                    <a:endParaRPr lang="en-US" dirty="0"/>
                  </a:p>
                </p:txBody>
              </p:sp>
            </mc:Choice>
            <mc:Fallback xmlns="">
              <p:sp>
                <p:nvSpPr>
                  <p:cNvPr id="181" name="TextBox 180">
                    <a:extLst>
                      <a:ext uri="{FF2B5EF4-FFF2-40B4-BE49-F238E27FC236}">
                        <a16:creationId xmlns:a16="http://schemas.microsoft.com/office/drawing/2014/main" id="{7099C139-4A2F-4F2C-B9D7-78263628D116}"/>
                      </a:ext>
                    </a:extLst>
                  </p:cNvPr>
                  <p:cNvSpPr txBox="1">
                    <a:spLocks noRot="1" noChangeAspect="1" noMove="1" noResize="1" noEditPoints="1" noAdjustHandles="1" noChangeArrowheads="1" noChangeShapeType="1" noTextEdit="1"/>
                  </p:cNvSpPr>
                  <p:nvPr/>
                </p:nvSpPr>
                <p:spPr>
                  <a:xfrm>
                    <a:off x="25301642" y="27592959"/>
                    <a:ext cx="2573349" cy="669992"/>
                  </a:xfrm>
                  <a:prstGeom prst="rect">
                    <a:avLst/>
                  </a:prstGeom>
                  <a:blipFill>
                    <a:blip r:embed="rId56"/>
                    <a:stretch>
                      <a:fillRect l="-1875" t="-4545"/>
                    </a:stretch>
                  </a:blipFill>
                </p:spPr>
                <p:txBody>
                  <a:bodyPr/>
                  <a:lstStyle/>
                  <a:p>
                    <a:r>
                      <a:rPr lang="en-US">
                        <a:noFill/>
                      </a:rPr>
                      <a:t> </a:t>
                    </a:r>
                  </a:p>
                </p:txBody>
              </p:sp>
            </mc:Fallback>
          </mc:AlternateContent>
          <p:pic>
            <p:nvPicPr>
              <p:cNvPr id="182" name="Picture 181">
                <a:extLst>
                  <a:ext uri="{FF2B5EF4-FFF2-40B4-BE49-F238E27FC236}">
                    <a16:creationId xmlns:a16="http://schemas.microsoft.com/office/drawing/2014/main" id="{846B6A89-FA80-4924-A95E-F9E546D51E07}"/>
                  </a:ext>
                </a:extLst>
              </p:cNvPr>
              <p:cNvPicPr>
                <a:picLocks noChangeAspect="1"/>
              </p:cNvPicPr>
              <p:nvPr/>
            </p:nvPicPr>
            <p:blipFill rotWithShape="1">
              <a:blip r:embed="rId47" cstate="email">
                <a:extLst>
                  <a:ext uri="{BEBA8EAE-BF5A-486C-A8C5-ECC9F3942E4B}">
                    <a14:imgProps xmlns:a14="http://schemas.microsoft.com/office/drawing/2010/main">
                      <a14:imgLayer r:embed="rId48">
                        <a14:imgEffect>
                          <a14:sharpenSoften amount="50000"/>
                        </a14:imgEffect>
                      </a14:imgLayer>
                    </a14:imgProps>
                  </a:ext>
                  <a:ext uri="{28A0092B-C50C-407E-A947-70E740481C1C}">
                    <a14:useLocalDpi xmlns:a14="http://schemas.microsoft.com/office/drawing/2010/main"/>
                  </a:ext>
                </a:extLst>
              </a:blip>
              <a:srcRect/>
              <a:stretch/>
            </p:blipFill>
            <p:spPr>
              <a:xfrm>
                <a:off x="24773938" y="27366702"/>
                <a:ext cx="545892" cy="165715"/>
              </a:xfrm>
              <a:prstGeom prst="rect">
                <a:avLst/>
              </a:prstGeom>
            </p:spPr>
          </p:pic>
          <p:pic>
            <p:nvPicPr>
              <p:cNvPr id="183" name="Picture 182">
                <a:extLst>
                  <a:ext uri="{FF2B5EF4-FFF2-40B4-BE49-F238E27FC236}">
                    <a16:creationId xmlns:a16="http://schemas.microsoft.com/office/drawing/2014/main" id="{B1EA5B87-E5FC-43ED-AF35-27E1E7D3EC9E}"/>
                  </a:ext>
                </a:extLst>
              </p:cNvPr>
              <p:cNvPicPr>
                <a:picLocks noChangeAspect="1"/>
              </p:cNvPicPr>
              <p:nvPr/>
            </p:nvPicPr>
            <p:blipFill rotWithShape="1">
              <a:blip r:embed="rId49" cstate="email">
                <a:extLst>
                  <a:ext uri="{BEBA8EAE-BF5A-486C-A8C5-ECC9F3942E4B}">
                    <a14:imgProps xmlns:a14="http://schemas.microsoft.com/office/drawing/2010/main">
                      <a14:imgLayer r:embed="rId50">
                        <a14:imgEffect>
                          <a14:sharpenSoften amount="50000"/>
                        </a14:imgEffect>
                      </a14:imgLayer>
                    </a14:imgProps>
                  </a:ext>
                  <a:ext uri="{28A0092B-C50C-407E-A947-70E740481C1C}">
                    <a14:useLocalDpi xmlns:a14="http://schemas.microsoft.com/office/drawing/2010/main"/>
                  </a:ext>
                </a:extLst>
              </a:blip>
              <a:srcRect/>
              <a:stretch/>
            </p:blipFill>
            <p:spPr>
              <a:xfrm>
                <a:off x="24775636" y="27721337"/>
                <a:ext cx="545892" cy="152094"/>
              </a:xfrm>
              <a:prstGeom prst="rect">
                <a:avLst/>
              </a:prstGeom>
            </p:spPr>
          </p:pic>
          <p:sp>
            <p:nvSpPr>
              <p:cNvPr id="184" name="TextBox 183">
                <a:extLst>
                  <a:ext uri="{FF2B5EF4-FFF2-40B4-BE49-F238E27FC236}">
                    <a16:creationId xmlns:a16="http://schemas.microsoft.com/office/drawing/2014/main" id="{CDFDC185-0AA7-46DD-B485-B1A3C4E953A7}"/>
                  </a:ext>
                </a:extLst>
              </p:cNvPr>
              <p:cNvSpPr txBox="1"/>
              <p:nvPr/>
            </p:nvSpPr>
            <p:spPr>
              <a:xfrm>
                <a:off x="17301660" y="31574773"/>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940</a:t>
                </a:r>
                <a:endParaRPr lang="en-US" dirty="0"/>
              </a:p>
            </p:txBody>
          </p:sp>
          <p:sp>
            <p:nvSpPr>
              <p:cNvPr id="191" name="TextBox 190">
                <a:extLst>
                  <a:ext uri="{FF2B5EF4-FFF2-40B4-BE49-F238E27FC236}">
                    <a16:creationId xmlns:a16="http://schemas.microsoft.com/office/drawing/2014/main" id="{3E862BDC-92A0-4430-90A1-6050C9B3CA31}"/>
                  </a:ext>
                </a:extLst>
              </p:cNvPr>
              <p:cNvSpPr txBox="1"/>
              <p:nvPr/>
            </p:nvSpPr>
            <p:spPr>
              <a:xfrm>
                <a:off x="17314308" y="30672869"/>
                <a:ext cx="57391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980</a:t>
                </a:r>
                <a:endParaRPr lang="en-US" dirty="0"/>
              </a:p>
            </p:txBody>
          </p:sp>
          <p:sp>
            <p:nvSpPr>
              <p:cNvPr id="192" name="TextBox 191">
                <a:extLst>
                  <a:ext uri="{FF2B5EF4-FFF2-40B4-BE49-F238E27FC236}">
                    <a16:creationId xmlns:a16="http://schemas.microsoft.com/office/drawing/2014/main" id="{C924AC54-7976-4023-AA40-06771F253B83}"/>
                  </a:ext>
                </a:extLst>
              </p:cNvPr>
              <p:cNvSpPr txBox="1"/>
              <p:nvPr/>
            </p:nvSpPr>
            <p:spPr>
              <a:xfrm>
                <a:off x="17196274" y="29789357"/>
                <a:ext cx="644878"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1020</a:t>
                </a:r>
                <a:endParaRPr lang="en-US" dirty="0"/>
              </a:p>
            </p:txBody>
          </p:sp>
          <p:sp>
            <p:nvSpPr>
              <p:cNvPr id="193" name="TextBox 192">
                <a:extLst>
                  <a:ext uri="{FF2B5EF4-FFF2-40B4-BE49-F238E27FC236}">
                    <a16:creationId xmlns:a16="http://schemas.microsoft.com/office/drawing/2014/main" id="{700FCF8E-7643-401D-A5B6-772211DCCC5F}"/>
                  </a:ext>
                </a:extLst>
              </p:cNvPr>
              <p:cNvSpPr txBox="1"/>
              <p:nvPr/>
            </p:nvSpPr>
            <p:spPr>
              <a:xfrm>
                <a:off x="17187722" y="28892919"/>
                <a:ext cx="644878"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1060</a:t>
                </a:r>
                <a:endParaRPr lang="en-US" dirty="0"/>
              </a:p>
            </p:txBody>
          </p:sp>
          <p:sp>
            <p:nvSpPr>
              <p:cNvPr id="194" name="TextBox 193">
                <a:extLst>
                  <a:ext uri="{FF2B5EF4-FFF2-40B4-BE49-F238E27FC236}">
                    <a16:creationId xmlns:a16="http://schemas.microsoft.com/office/drawing/2014/main" id="{E8C41420-3089-49A5-9662-B588067E34DA}"/>
                  </a:ext>
                </a:extLst>
              </p:cNvPr>
              <p:cNvSpPr txBox="1"/>
              <p:nvPr/>
            </p:nvSpPr>
            <p:spPr>
              <a:xfrm>
                <a:off x="17180126" y="28021734"/>
                <a:ext cx="644878"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1100</a:t>
                </a:r>
                <a:endParaRPr lang="en-US" dirty="0"/>
              </a:p>
            </p:txBody>
          </p:sp>
          <p:sp>
            <p:nvSpPr>
              <p:cNvPr id="195" name="TextBox 194">
                <a:extLst>
                  <a:ext uri="{FF2B5EF4-FFF2-40B4-BE49-F238E27FC236}">
                    <a16:creationId xmlns:a16="http://schemas.microsoft.com/office/drawing/2014/main" id="{250E3AD1-B1BC-48FC-9EB7-F32AE48F5DB8}"/>
                  </a:ext>
                </a:extLst>
              </p:cNvPr>
              <p:cNvSpPr txBox="1"/>
              <p:nvPr/>
            </p:nvSpPr>
            <p:spPr>
              <a:xfrm>
                <a:off x="17193923" y="27125296"/>
                <a:ext cx="644878"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1140</a:t>
                </a:r>
                <a:endParaRPr lang="en-US" dirty="0"/>
              </a:p>
            </p:txBody>
          </p:sp>
        </p:grpSp>
        <mc:AlternateContent xmlns:mc="http://schemas.openxmlformats.org/markup-compatibility/2006" xmlns:a14="http://schemas.microsoft.com/office/drawing/2010/main">
          <mc:Choice Requires="a14">
            <p:sp>
              <p:nvSpPr>
                <p:cNvPr id="197" name="Content Placeholder 2">
                  <a:extLst>
                    <a:ext uri="{FF2B5EF4-FFF2-40B4-BE49-F238E27FC236}">
                      <a16:creationId xmlns:a16="http://schemas.microsoft.com/office/drawing/2014/main" id="{AAC7AF4B-28C2-4D2D-96D3-AE433F8BD648}"/>
                    </a:ext>
                  </a:extLst>
                </p:cNvPr>
                <p:cNvSpPr txBox="1">
                  <a:spLocks/>
                </p:cNvSpPr>
                <p:nvPr/>
              </p:nvSpPr>
              <p:spPr>
                <a:xfrm>
                  <a:off x="21893508" y="32222272"/>
                  <a:ext cx="8634359" cy="295066"/>
                </a:xfrm>
                <a:prstGeom prst="rect">
                  <a:avLst/>
                </a:prstGeom>
              </p:spPr>
              <p:txBody>
                <a:bodyPr anchor="t" anchorCtr="0">
                  <a:normAutofit fontScale="25000" lnSpcReduction="20000"/>
                </a:bodyPr>
                <a:lst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a:ea typeface="+mn-ea"/>
                      <a:cs typeface="Gill Sans MT"/>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a:ea typeface="+mn-ea"/>
                      <a:cs typeface="Gill Sans MT"/>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a:ea typeface="+mn-ea"/>
                      <a:cs typeface="Gill Sans MT"/>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a:ea typeface="+mn-ea"/>
                      <a:cs typeface="Gill Sans MT"/>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a:ea typeface="+mn-ea"/>
                      <a:cs typeface="Gill Sans MT"/>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8000" b="1" dirty="0">
                      <a:solidFill>
                        <a:schemeClr val="tx1"/>
                      </a:solidFill>
                      <a:latin typeface="Times New Roman" panose="02020603050405020304" pitchFamily="18" charset="0"/>
                      <a:cs typeface="Times New Roman" panose="02020603050405020304" pitchFamily="18" charset="0"/>
                    </a:rPr>
                    <a:t>X [</a:t>
                  </a:r>
                  <a14:m>
                    <m:oMath xmlns:m="http://schemas.openxmlformats.org/officeDocument/2006/math">
                      <m:r>
                        <a:rPr lang="en-US" sz="8000" b="1" i="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𝛍</m:t>
                      </m:r>
                    </m:oMath>
                  </a14:m>
                  <a:r>
                    <a:rPr lang="en-US" sz="8000" b="1" dirty="0">
                      <a:solidFill>
                        <a:schemeClr val="tx1"/>
                      </a:solidFill>
                      <a:latin typeface="Times New Roman" panose="02020603050405020304" pitchFamily="18" charset="0"/>
                      <a:cs typeface="Times New Roman" panose="02020603050405020304" pitchFamily="18" charset="0"/>
                    </a:rPr>
                    <a:t>m]</a:t>
                  </a:r>
                </a:p>
                <a:p>
                  <a:pPr marL="0" indent="0">
                    <a:buFont typeface="Wingdings" charset="2"/>
                    <a:buNone/>
                  </a:pPr>
                  <a:endParaRPr lang="en-US" sz="1600" dirty="0"/>
                </a:p>
              </p:txBody>
            </p:sp>
          </mc:Choice>
          <mc:Fallback xmlns="">
            <p:sp>
              <p:nvSpPr>
                <p:cNvPr id="197" name="Content Placeholder 2">
                  <a:extLst>
                    <a:ext uri="{FF2B5EF4-FFF2-40B4-BE49-F238E27FC236}">
                      <a16:creationId xmlns:a16="http://schemas.microsoft.com/office/drawing/2014/main" id="{AAC7AF4B-28C2-4D2D-96D3-AE433F8BD648}"/>
                    </a:ext>
                  </a:extLst>
                </p:cNvPr>
                <p:cNvSpPr txBox="1">
                  <a:spLocks noRot="1" noChangeAspect="1" noMove="1" noResize="1" noEditPoints="1" noAdjustHandles="1" noChangeArrowheads="1" noChangeShapeType="1" noTextEdit="1"/>
                </p:cNvSpPr>
                <p:nvPr/>
              </p:nvSpPr>
              <p:spPr>
                <a:xfrm>
                  <a:off x="21893508" y="32222272"/>
                  <a:ext cx="8634359" cy="295066"/>
                </a:xfrm>
                <a:prstGeom prst="rect">
                  <a:avLst/>
                </a:prstGeom>
                <a:blipFill>
                  <a:blip r:embed="rId57"/>
                  <a:stretch>
                    <a:fillRect l="-580" t="-33333" b="-52083"/>
                  </a:stretch>
                </a:blipFill>
              </p:spPr>
              <p:txBody>
                <a:bodyPr/>
                <a:lstStyle/>
                <a:p>
                  <a:r>
                    <a:rPr lang="en-US">
                      <a:noFill/>
                    </a:rPr>
                    <a:t> </a:t>
                  </a:r>
                </a:p>
              </p:txBody>
            </p:sp>
          </mc:Fallback>
        </mc:AlternateContent>
      </p:grpSp>
      <p:grpSp>
        <p:nvGrpSpPr>
          <p:cNvPr id="2" name="Group 1">
            <a:extLst>
              <a:ext uri="{FF2B5EF4-FFF2-40B4-BE49-F238E27FC236}">
                <a16:creationId xmlns:a16="http://schemas.microsoft.com/office/drawing/2014/main" id="{2DEE0170-9F3E-4FC8-A0CF-3E133A12B806}"/>
              </a:ext>
            </a:extLst>
          </p:cNvPr>
          <p:cNvGrpSpPr/>
          <p:nvPr/>
        </p:nvGrpSpPr>
        <p:grpSpPr>
          <a:xfrm>
            <a:off x="5492872" y="40865390"/>
            <a:ext cx="7437167" cy="448691"/>
            <a:chOff x="5560638" y="40713103"/>
            <a:chExt cx="7437167" cy="448691"/>
          </a:xfrm>
        </p:grpSpPr>
        <p:sp>
          <p:nvSpPr>
            <p:cNvPr id="31" name="Rectangle 30">
              <a:extLst>
                <a:ext uri="{FF2B5EF4-FFF2-40B4-BE49-F238E27FC236}">
                  <a16:creationId xmlns:a16="http://schemas.microsoft.com/office/drawing/2014/main" id="{AB3AEAF0-03EA-4526-8675-3AECC029F820}"/>
                </a:ext>
              </a:extLst>
            </p:cNvPr>
            <p:cNvSpPr/>
            <p:nvPr/>
          </p:nvSpPr>
          <p:spPr>
            <a:xfrm>
              <a:off x="5560638" y="40713103"/>
              <a:ext cx="6840760" cy="4248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dirty="0" err="1"/>
            </a:p>
          </p:txBody>
        </p:sp>
        <p:sp>
          <p:nvSpPr>
            <p:cNvPr id="199" name="TextBox 198">
              <a:extLst>
                <a:ext uri="{FF2B5EF4-FFF2-40B4-BE49-F238E27FC236}">
                  <a16:creationId xmlns:a16="http://schemas.microsoft.com/office/drawing/2014/main" id="{D61F3F13-4DA5-40A1-93A5-598F755B3BA9}"/>
                </a:ext>
              </a:extLst>
            </p:cNvPr>
            <p:cNvSpPr txBox="1"/>
            <p:nvPr/>
          </p:nvSpPr>
          <p:spPr>
            <a:xfrm>
              <a:off x="6091593" y="40737839"/>
              <a:ext cx="2308822" cy="400110"/>
            </a:xfrm>
            <a:prstGeom prst="rect">
              <a:avLst/>
            </a:prstGeom>
            <a:noFill/>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V1=10[cm/s]</a:t>
              </a:r>
              <a:endParaRPr lang="en-US" sz="2000" dirty="0"/>
            </a:p>
          </p:txBody>
        </p:sp>
        <p:sp>
          <p:nvSpPr>
            <p:cNvPr id="200" name="TextBox 199">
              <a:extLst>
                <a:ext uri="{FF2B5EF4-FFF2-40B4-BE49-F238E27FC236}">
                  <a16:creationId xmlns:a16="http://schemas.microsoft.com/office/drawing/2014/main" id="{6A559752-DB14-44AC-9EF3-00CEFE56CB5A}"/>
                </a:ext>
              </a:extLst>
            </p:cNvPr>
            <p:cNvSpPr txBox="1"/>
            <p:nvPr/>
          </p:nvSpPr>
          <p:spPr>
            <a:xfrm>
              <a:off x="8456735" y="40761684"/>
              <a:ext cx="2308822" cy="400110"/>
            </a:xfrm>
            <a:prstGeom prst="rect">
              <a:avLst/>
            </a:prstGeom>
            <a:noFill/>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V2=15[cm/s]</a:t>
              </a:r>
              <a:endParaRPr lang="en-US" sz="2000" dirty="0"/>
            </a:p>
          </p:txBody>
        </p:sp>
        <p:sp>
          <p:nvSpPr>
            <p:cNvPr id="201" name="TextBox 200">
              <a:extLst>
                <a:ext uri="{FF2B5EF4-FFF2-40B4-BE49-F238E27FC236}">
                  <a16:creationId xmlns:a16="http://schemas.microsoft.com/office/drawing/2014/main" id="{D0DCD391-B7A9-4C20-966E-5571562B129A}"/>
                </a:ext>
              </a:extLst>
            </p:cNvPr>
            <p:cNvSpPr txBox="1"/>
            <p:nvPr/>
          </p:nvSpPr>
          <p:spPr>
            <a:xfrm>
              <a:off x="10688983" y="40749942"/>
              <a:ext cx="2308822" cy="400110"/>
            </a:xfrm>
            <a:prstGeom prst="rect">
              <a:avLst/>
            </a:prstGeom>
            <a:noFill/>
          </p:spPr>
          <p:txBody>
            <a:bodyPr wrap="square">
              <a:spAutoFit/>
            </a:bodyPr>
            <a:lstStyle/>
            <a:p>
              <a:r>
                <a:rPr lang="en-US" sz="2000" b="1" dirty="0">
                  <a:solidFill>
                    <a:srgbClr val="000000"/>
                  </a:solidFill>
                  <a:latin typeface="Times New Roman" panose="02020603050405020304" pitchFamily="18" charset="0"/>
                  <a:cs typeface="Times New Roman" panose="02020603050405020304" pitchFamily="18" charset="0"/>
                </a:rPr>
                <a:t>V3=20[cm/s]</a:t>
              </a:r>
              <a:endParaRPr lang="en-US" sz="2000" dirty="0"/>
            </a:p>
          </p:txBody>
        </p:sp>
      </p:grpSp>
      <p:sp>
        <p:nvSpPr>
          <p:cNvPr id="170" name="TextBox 169">
            <a:extLst>
              <a:ext uri="{FF2B5EF4-FFF2-40B4-BE49-F238E27FC236}">
                <a16:creationId xmlns:a16="http://schemas.microsoft.com/office/drawing/2014/main" id="{6E793F94-2577-4521-BA3D-C79A14E7F7CD}"/>
              </a:ext>
            </a:extLst>
          </p:cNvPr>
          <p:cNvSpPr txBox="1"/>
          <p:nvPr/>
        </p:nvSpPr>
        <p:spPr>
          <a:xfrm>
            <a:off x="21608498" y="32748516"/>
            <a:ext cx="6042836" cy="3046988"/>
          </a:xfrm>
          <a:prstGeom prst="rect">
            <a:avLst/>
          </a:prstGeom>
          <a:noFill/>
        </p:spPr>
        <p:txBody>
          <a:bodyPr wrap="square">
            <a:spAutoFit/>
          </a:bodyPr>
          <a:lstStyle/>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Considering the overvoltage due to contact resistance between the current collector and Nickel foam, there is a good agreement between experimental data and numerical results.</a:t>
            </a:r>
          </a:p>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Due to a very high active area of the NM electrodes, bubble coverage does not have a significant effect on cell voltage.</a:t>
            </a:r>
            <a:endParaRPr lang="en-US" sz="2400" dirty="0"/>
          </a:p>
        </p:txBody>
      </p:sp>
    </p:spTree>
    <p:extLst>
      <p:ext uri="{BB962C8B-B14F-4D97-AF65-F5344CB8AC3E}">
        <p14:creationId xmlns:p14="http://schemas.microsoft.com/office/powerpoint/2010/main" val="4108822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heme/theme1.xml><?xml version="1.0" encoding="utf-8"?>
<a:theme xmlns:a="http://schemas.openxmlformats.org/drawingml/2006/main" name="VITO_2021">
  <a:themeElements>
    <a:clrScheme name="VITO_2022">
      <a:dk1>
        <a:srgbClr val="000000"/>
      </a:dk1>
      <a:lt1>
        <a:srgbClr val="FFFFFF"/>
      </a:lt1>
      <a:dk2>
        <a:srgbClr val="44546A"/>
      </a:dk2>
      <a:lt2>
        <a:srgbClr val="E7E6E6"/>
      </a:lt2>
      <a:accent1>
        <a:srgbClr val="002E56"/>
      </a:accent1>
      <a:accent2>
        <a:srgbClr val="E72C43"/>
      </a:accent2>
      <a:accent3>
        <a:srgbClr val="FF6700"/>
      </a:accent3>
      <a:accent4>
        <a:srgbClr val="F9CB1F"/>
      </a:accent4>
      <a:accent5>
        <a:srgbClr val="41D9F9"/>
      </a:accent5>
      <a:accent6>
        <a:srgbClr val="15EA75"/>
      </a:accent6>
      <a:hlink>
        <a:srgbClr val="788EFE"/>
      </a:hlink>
      <a:folHlink>
        <a:srgbClr val="969597"/>
      </a:folHlink>
    </a:clrScheme>
    <a:fontScheme name="VITO_202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1DFF9"/>
        </a:solidFill>
        <a:ln>
          <a:noFill/>
        </a:ln>
      </a:spPr>
      <a:bodyPr rtlCol="0" anchor="ctr"/>
      <a:lstStyle>
        <a:defPPr algn="ctr">
          <a:spcBef>
            <a:spcPts val="600"/>
          </a:spcBef>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Bef>
            <a:spcPts val="600"/>
          </a:spcBef>
          <a:defRPr dirty="0" err="1" smtClean="0">
            <a:solidFill>
              <a:schemeClr val="accent1"/>
            </a:solidFill>
          </a:defRPr>
        </a:defPPr>
      </a:lstStyle>
    </a:txDef>
  </a:objectDefaults>
  <a:extraClrSchemeLst/>
  <a:extLst>
    <a:ext uri="{05A4C25C-085E-4340-85A3-A5531E510DB2}">
      <thm15:themeFamily xmlns:thm15="http://schemas.microsoft.com/office/thememl/2012/main" name="VITO_posters_2022" id="{BC00D8A6-194D-4C19-B526-EAD662253DB6}" vid="{18B9D2BA-B44C-46C6-AF21-BE10F2EEA4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0FA7ABED9A874382BFBB018B77C938" ma:contentTypeVersion="13" ma:contentTypeDescription="Create a new document." ma:contentTypeScope="" ma:versionID="53d9663c1bbdcc45c69a0e495cecf3c9">
  <xsd:schema xmlns:xsd="http://www.w3.org/2001/XMLSchema" xmlns:xs="http://www.w3.org/2001/XMLSchema" xmlns:p="http://schemas.microsoft.com/office/2006/metadata/properties" xmlns:ns2="08bd0b78-d398-4208-b4fc-90429c6f2d6d" xmlns:ns3="a50e5b1c-0da8-4c60-a444-78445c401d93" targetNamespace="http://schemas.microsoft.com/office/2006/metadata/properties" ma:root="true" ma:fieldsID="5d9062a5f2d0930b3d1c531b039d72c6" ns2:_="" ns3:_="">
    <xsd:import namespace="08bd0b78-d398-4208-b4fc-90429c6f2d6d"/>
    <xsd:import namespace="a50e5b1c-0da8-4c60-a444-78445c401d9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bd0b78-d398-4208-b4fc-90429c6f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c20e29d-4d9b-411e-9260-307e9281c90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50e5b1c-0da8-4c60-a444-78445c401d9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7df9e91-e5b4-47d5-b729-cd681c171bf6}" ma:internalName="TaxCatchAll" ma:showField="CatchAllData" ma:web="a50e5b1c-0da8-4c60-a444-78445c401d9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8bd0b78-d398-4208-b4fc-90429c6f2d6d">
      <Terms xmlns="http://schemas.microsoft.com/office/infopath/2007/PartnerControls"/>
    </lcf76f155ced4ddcb4097134ff3c332f>
    <TaxCatchAll xmlns="a50e5b1c-0da8-4c60-a444-78445c401d9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834DE1-9528-4D55-8C0B-8195A373B8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bd0b78-d398-4208-b4fc-90429c6f2d6d"/>
    <ds:schemaRef ds:uri="a50e5b1c-0da8-4c60-a444-78445c401d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5949CC5-EF5A-485F-91F4-0208B04B84D5}">
  <ds:schemaRefs>
    <ds:schemaRef ds:uri="http://schemas.microsoft.com/office/2006/documentManagement/types"/>
    <ds:schemaRef ds:uri="http://purl.org/dc/dcmitype/"/>
    <ds:schemaRef ds:uri="a50e5b1c-0da8-4c60-a444-78445c401d93"/>
    <ds:schemaRef ds:uri="http://schemas.openxmlformats.org/package/2006/metadata/core-properties"/>
    <ds:schemaRef ds:uri="http://schemas.microsoft.com/office/infopath/2007/PartnerControls"/>
    <ds:schemaRef ds:uri="http://purl.org/dc/terms/"/>
    <ds:schemaRef ds:uri="http://purl.org/dc/elements/1.1/"/>
    <ds:schemaRef ds:uri="http://schemas.microsoft.com/office/2006/metadata/properties"/>
    <ds:schemaRef ds:uri="08bd0b78-d398-4208-b4fc-90429c6f2d6d"/>
    <ds:schemaRef ds:uri="http://www.w3.org/XML/1998/namespace"/>
  </ds:schemaRefs>
</ds:datastoreItem>
</file>

<file path=customXml/itemProps3.xml><?xml version="1.0" encoding="utf-8"?>
<ds:datastoreItem xmlns:ds="http://schemas.openxmlformats.org/officeDocument/2006/customXml" ds:itemID="{FDDAC593-1688-4439-9E8E-57B277F6D9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2022_VITO_ppt_posters</Template>
  <TotalTime>0</TotalTime>
  <Words>1079</Words>
  <Application>Microsoft Office PowerPoint</Application>
  <PresentationFormat>Custom</PresentationFormat>
  <Paragraphs>112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Cambria Math</vt:lpstr>
      <vt:lpstr>Times New Roman</vt:lpstr>
      <vt:lpstr>Wingdings</vt:lpstr>
      <vt:lpstr>VITO_2021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Multiphysics simulation of effective electrical conductivity, permeability, porosity, and specific active area of Gas Diffusion Electrodes (GDE)</dc:title>
  <dc:creator>Ali Atyabi</dc:creator>
  <cp:lastModifiedBy>Seyedali ATYABI</cp:lastModifiedBy>
  <cp:revision>49</cp:revision>
  <cp:lastPrinted>2023-05-10T11:46:50Z</cp:lastPrinted>
  <dcterms:created xsi:type="dcterms:W3CDTF">2022-08-03T07:07:01Z</dcterms:created>
  <dcterms:modified xsi:type="dcterms:W3CDTF">2024-12-24T15:14:30Z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0x010100FF0FA7ABED9A874382BFBB018B77C938</vt:lpwstr>
  </property>
</Properties>
</file>